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0.xml" ContentType="application/vnd.openxmlformats-officedocument.theme+xml"/>
  <Override PartName="/ppt/slideLayouts/slideLayout1.xml" ContentType="application/vnd.openxmlformats-officedocument.presentationml.slideLayout+xml"/>
  <Override PartName="/ppt/slideLayouts/slideLayout3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6.xml" ContentType="application/vnd.openxmlformats-officedocument.presentationml.slideLayout+xml"/>
  <Override PartName="/ppt/slideLayouts/slideLayout41.xml" ContentType="application/vnd.openxmlformats-officedocument.presentationml.slideLayout+xml"/>
  <Override PartName="/ppt/slideLayouts/slideLayout20.xml" ContentType="application/vnd.openxmlformats-officedocument.presentationml.slideLayout+xml"/>
  <Override PartName="/ppt/slideLayouts/slideLayout37.xml" ContentType="application/vnd.openxmlformats-officedocument.presentationml.slideLayout+xml"/>
  <Override PartName="/ppt/slideLayouts/slideLayout11.xml" ContentType="application/vnd.openxmlformats-officedocument.presentationml.slideLayout+xml"/>
  <Override PartName="/ppt/slideLayouts/slideLayout22.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6.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29.xml" ContentType="application/vnd.openxmlformats-officedocument.presentationml.slideLayout+xml"/>
  <Override PartName="/ppt/slideLayouts/slideLayout2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0.xml" ContentType="application/vnd.openxmlformats-officedocument.presentationml.slideLayout+xml"/>
  <Override PartName="/ppt/slideLayouts/slideLayout42.xml" ContentType="application/vnd.openxmlformats-officedocument.presentationml.slideLayout+xml"/>
  <Override PartName="/ppt/slideLayouts/slideLayout40.xml" ContentType="application/vnd.openxmlformats-officedocument.presentationml.slideLayout+xml"/>
  <Override PartName="/ppt/slideLayouts/slideLayout38.xml" ContentType="application/vnd.openxmlformats-officedocument.presentationml.slideLayout+xml"/>
  <Override PartName="/ppt/slideLayouts/slideLayout15.xml" ContentType="application/vnd.openxmlformats-officedocument.presentationml.slideLayout+xml"/>
  <Override PartName="/ppt/slideLayouts/slideLayout19.xml" ContentType="application/vnd.openxmlformats-officedocument.presentationml.slideLayout+xml"/>
  <Override PartName="/ppt/slideLayouts/slideLayout33.xml" ContentType="application/vnd.openxmlformats-officedocument.presentationml.slideLayout+xml"/>
  <Override PartName="/ppt/slideLayouts/slideLayout39.xml" ContentType="application/vnd.openxmlformats-officedocument.presentationml.slideLayout+xml"/>
  <Override PartName="/ppt/slideLayouts/slideLayout35.xml" ContentType="application/vnd.openxmlformats-officedocument.presentationml.slideLayout+xml"/>
  <Override PartName="/ppt/media/image2.emf" ContentType="image/x-emf"/>
  <Override PartName="/ppt/media/image5.svg" ContentType="image/svg"/>
  <Override PartName="/ppt/media/image21.svg" ContentType="image/svg"/>
  <Override PartName="/ppt/slideMasters/slideMaster1.xml" ContentType="application/vnd.openxmlformats-officedocument.presentationml.slideMaster+xml"/>
  <Override PartName="/ppt/slides/slide17.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harts/style1.xml" ContentType="application/vnd.ms-office.chartstyle+xml"/>
  <Override PartName="/ppt/charts/chart3.xml" ContentType="application/vnd.openxmlformats-officedocument.drawingml.chart+xml"/>
  <Override PartName="/ppt/charts/chart1.xml" ContentType="application/vnd.openxmlformats-officedocument.drawingml.chart+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hart5.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style5.xml" ContentType="application/vnd.ms-office.chartstyle+xml"/>
  <Override PartName="/ppt/charts/colors4.xml" ContentType="application/vnd.ms-office.chartcolorstyle+xml"/>
  <Override PartName="/ppt/charts/style4.xml" ContentType="application/vnd.ms-office.chartstyle+xml"/>
  <Override PartName="/ppt/charts/colors2.xml" ContentType="application/vnd.ms-office.chartcolorstyle+xml"/>
  <Override PartName="/ppt/charts/colors5.xml" ContentType="application/vnd.ms-office.chartcolorstyl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21.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Override PartName="/ppt/notesSlides/notesSlide2.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_rels/chart3.xml.rels><?xml version="1.0" encoding="UTF-8"?>
<Relationships xmlns="http://schemas.openxmlformats.org/package/2006/relationships"><Relationship Id="rId1" Type="http://schemas.microsoft.com/office/2011/relationships/chartStyle" Target="style3.xml"/><Relationship Id="rId2" Type="http://schemas.microsoft.com/office/2011/relationships/chartColorStyle" Target="colors3.xml"/>
</Relationships>
</file>

<file path=ppt/charts/_rels/chart4.xml.rels><?xml version="1.0" encoding="UTF-8"?>
<Relationships xmlns="http://schemas.openxmlformats.org/package/2006/relationships"><Relationship Id="rId1" Type="http://schemas.microsoft.com/office/2011/relationships/chartStyle" Target="style4.xml"/><Relationship Id="rId2" Type="http://schemas.microsoft.com/office/2011/relationships/chartColorStyle" Target="colors4.xml"/>
</Relationships>
</file>

<file path=ppt/charts/_rels/chart5.xml.rels><?xml version="1.0" encoding="UTF-8"?>
<Relationships xmlns="http://schemas.openxmlformats.org/package/2006/relationships"><Relationship Id="rId1" Type="http://schemas.microsoft.com/office/2011/relationships/chartStyle" Target="style5.xml"/><Relationship Id="rId2" Type="http://schemas.microsoft.com/office/2011/relationships/chartColorStyle" Target="colors5.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pieChart>
        <c:varyColors val="1"/>
        <c:ser>
          <c:idx val="0"/>
          <c:order val="0"/>
          <c:tx>
            <c:strRef>
              <c:f>label 0</c:f>
              <c:strCache>
                <c:ptCount val="1"/>
                <c:pt idx="0">
                  <c:v>Sales</c:v>
                </c:pt>
              </c:strCache>
            </c:strRef>
          </c:tx>
          <c:spPr>
            <a:gradFill>
              <a:gsLst>
                <a:gs pos="0">
                  <a:srgbClr val="5A4A6E"/>
                </a:gs>
                <a:gs pos="100000">
                  <a:srgbClr val="3A155A"/>
                </a:gs>
              </a:gsLst>
              <a:lin ang="5400000"/>
            </a:gradFill>
            <a:ln w="0">
              <a:noFill/>
            </a:ln>
          </c:spPr>
          <c:explosion val="0"/>
          <c:dPt>
            <c:idx val="0"/>
            <c:spPr>
              <a:solidFill>
                <a:srgbClr val="3A1857"/>
              </a:solidFill>
              <a:ln w="0">
                <a:noFill/>
              </a:ln>
            </c:spPr>
          </c:dPt>
          <c:dPt>
            <c:idx val="1"/>
            <c:spPr>
              <a:solidFill>
                <a:srgbClr val="5487FF"/>
              </a:solidFill>
              <a:ln w="0">
                <a:noFill/>
              </a:ln>
            </c:spPr>
          </c:dPt>
          <c:dPt>
            <c:idx val="2"/>
            <c:spPr>
              <a:solidFill>
                <a:srgbClr val="F56300"/>
              </a:solidFill>
              <a:ln w="0">
                <a:noFill/>
              </a:ln>
            </c:spPr>
          </c:dPt>
          <c:dPt>
            <c:idx val="3"/>
            <c:spPr>
              <a:solidFill>
                <a:srgbClr val="00A19D"/>
              </a:solidFill>
              <a:ln w="9360">
                <a:solidFill>
                  <a:srgbClr val="00A19D"/>
                </a:solidFill>
                <a:round/>
              </a:ln>
            </c:spPr>
          </c:dPt>
          <c:dPt>
            <c:idx val="4"/>
            <c:spPr>
              <a:solidFill>
                <a:srgbClr val="FF097D"/>
              </a:solidFill>
              <a:ln w="0">
                <a:noFill/>
              </a:ln>
            </c:spPr>
          </c:dPt>
          <c:dLbls>
            <c:dLbl>
              <c:idx val="0"/>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1"/>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2"/>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3"/>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4"/>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dLbls>
          <c:cat>
            <c:strRef>
              <c:f>categories</c:f>
              <c:strCache>
                <c:ptCount val="5"/>
                <c:pt idx="0">
                  <c:v>Item A</c:v>
                </c:pt>
                <c:pt idx="1">
                  <c:v>Item B</c:v>
                </c:pt>
                <c:pt idx="2">
                  <c:v>Item C</c:v>
                </c:pt>
                <c:pt idx="3">
                  <c:v>Item D</c:v>
                </c:pt>
                <c:pt idx="4">
                  <c:v>Item E</c:v>
                </c:pt>
              </c:strCache>
            </c:strRef>
          </c:cat>
          <c:val>
            <c:numRef>
              <c:f>0</c:f>
              <c:numCache>
                <c:formatCode>General</c:formatCode>
                <c:ptCount val="5"/>
                <c:pt idx="0">
                  <c:v>6.5</c:v>
                </c:pt>
                <c:pt idx="1">
                  <c:v>3.2</c:v>
                </c:pt>
                <c:pt idx="2">
                  <c:v>1.4</c:v>
                </c:pt>
                <c:pt idx="3">
                  <c:v>1.2</c:v>
                </c:pt>
                <c:pt idx="4">
                  <c:v>3</c:v>
                </c:pt>
              </c:numCache>
            </c:numRef>
          </c:val>
        </c:ser>
        <c:firstSliceAng val="90"/>
      </c:pieChart>
      <c:spPr>
        <a:noFill/>
        <a:ln w="0">
          <a:noFill/>
        </a:ln>
      </c:spPr>
    </c:plotArea>
    <c:legend>
      <c:legendPos val="b"/>
      <c:overlay val="0"/>
      <c:spPr>
        <a:noFill/>
        <a:ln w="0">
          <a:noFill/>
        </a:ln>
      </c:spPr>
      <c:txPr>
        <a:bodyPr/>
        <a:lstStyle/>
        <a:p>
          <a:pPr>
            <a:defRPr sz="1197" b="0" u="none" strike="noStrike">
              <a:solidFill>
                <a:srgbClr val="000000"/>
              </a:solidFill>
              <a:uFillTx/>
              <a:latin typeface="UCL Sans"/>
            </a:defRPr>
          </a:pPr>
        </a:p>
      </c:txPr>
    </c:legend>
    <c:plotVisOnly val="0"/>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080" b="0" u="none" strike="noStrike">
                <a:solidFill>
                  <a:srgbClr val="000000"/>
                </a:solidFill>
                <a:uFillTx/>
                <a:latin typeface="UCL Sans"/>
              </a:defRPr>
            </a:pPr>
            <a:r>
              <a:rPr sz="1080" b="0" u="none" strike="noStrike">
                <a:solidFill>
                  <a:srgbClr val="000000"/>
                </a:solidFill>
                <a:uFillTx/>
                <a:latin typeface="UCL Sans"/>
              </a:rPr>
              <a:t>Bar chart with short named titles</a:t>
            </a:r>
          </a:p>
        </c:rich>
      </c:tx>
      <c:overlay val="0"/>
      <c:spPr>
        <a:noFill/>
        <a:ln w="0">
          <a:noFill/>
        </a:ln>
      </c:spPr>
    </c:title>
    <c:autoTitleDeleted val="0"/>
    <c:plotArea>
      <c:barChart>
        <c:barDir val="bar"/>
        <c:grouping val="clustered"/>
        <c:varyColors val="0"/>
        <c:ser>
          <c:idx val="0"/>
          <c:order val="0"/>
          <c:tx>
            <c:strRef>
              <c:f>label 0</c:f>
              <c:strCache>
                <c:ptCount val="1"/>
                <c:pt idx="0">
                  <c:v>Series 7</c:v>
                </c:pt>
              </c:strCache>
            </c:strRef>
          </c:tx>
          <c:spPr>
            <a:solidFill>
              <a:srgbClr val="9E1A54"/>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0</c:f>
              <c:numCache>
                <c:formatCode>General</c:formatCode>
                <c:ptCount val="4"/>
                <c:pt idx="0">
                  <c:v>2</c:v>
                </c:pt>
                <c:pt idx="1">
                  <c:v>3.5</c:v>
                </c:pt>
                <c:pt idx="2">
                  <c:v>2.5</c:v>
                </c:pt>
                <c:pt idx="3">
                  <c:v>3.9</c:v>
                </c:pt>
              </c:numCache>
            </c:numRef>
          </c:val>
        </c:ser>
        <c:ser>
          <c:idx val="1"/>
          <c:order val="1"/>
          <c:tx>
            <c:strRef>
              <c:f>label 1</c:f>
              <c:strCache>
                <c:ptCount val="1"/>
                <c:pt idx="0">
                  <c:v>Series 6</c:v>
                </c:pt>
              </c:strCache>
            </c:strRef>
          </c:tx>
          <c:spPr>
            <a:solidFill>
              <a:srgbClr val="002EA6"/>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1</c:f>
              <c:numCache>
                <c:formatCode>General</c:formatCode>
                <c:ptCount val="4"/>
                <c:pt idx="0">
                  <c:v>3</c:v>
                </c:pt>
                <c:pt idx="1">
                  <c:v>1.8</c:v>
                </c:pt>
                <c:pt idx="2">
                  <c:v>4</c:v>
                </c:pt>
                <c:pt idx="3">
                  <c:v>2.4</c:v>
                </c:pt>
              </c:numCache>
            </c:numRef>
          </c:val>
        </c:ser>
        <c:ser>
          <c:idx val="2"/>
          <c:order val="2"/>
          <c:tx>
            <c:strRef>
              <c:f>label 2</c:f>
              <c:strCache>
                <c:ptCount val="1"/>
                <c:pt idx="0">
                  <c:v>Series 5</c:v>
                </c:pt>
              </c:strCache>
            </c:strRef>
          </c:tx>
          <c:spPr>
            <a:solidFill>
              <a:srgbClr val="00A19D"/>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2</c:f>
              <c:numCache>
                <c:formatCode>General</c:formatCode>
                <c:ptCount val="4"/>
                <c:pt idx="0">
                  <c:v>4</c:v>
                </c:pt>
                <c:pt idx="1">
                  <c:v>3</c:v>
                </c:pt>
                <c:pt idx="2">
                  <c:v>2</c:v>
                </c:pt>
                <c:pt idx="3">
                  <c:v>2</c:v>
                </c:pt>
              </c:numCache>
            </c:numRef>
          </c:val>
        </c:ser>
        <c:ser>
          <c:idx val="3"/>
          <c:order val="3"/>
          <c:tx>
            <c:strRef>
              <c:f>label 3</c:f>
              <c:strCache>
                <c:ptCount val="1"/>
                <c:pt idx="0">
                  <c:v>Series 4</c:v>
                </c:pt>
              </c:strCache>
            </c:strRef>
          </c:tx>
          <c:spPr>
            <a:solidFill>
              <a:srgbClr val="FF097D"/>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3</c:f>
              <c:numCache>
                <c:formatCode>General</c:formatCode>
                <c:ptCount val="4"/>
                <c:pt idx="0">
                  <c:v>2.4</c:v>
                </c:pt>
                <c:pt idx="1">
                  <c:v>2</c:v>
                </c:pt>
                <c:pt idx="2">
                  <c:v>3.5</c:v>
                </c:pt>
                <c:pt idx="3">
                  <c:v>3</c:v>
                </c:pt>
              </c:numCache>
            </c:numRef>
          </c:val>
        </c:ser>
        <c:ser>
          <c:idx val="4"/>
          <c:order val="4"/>
          <c:tx>
            <c:strRef>
              <c:f>label 4</c:f>
              <c:strCache>
                <c:ptCount val="1"/>
                <c:pt idx="0">
                  <c:v>Series 3</c:v>
                </c:pt>
              </c:strCache>
            </c:strRef>
          </c:tx>
          <c:spPr>
            <a:solidFill>
              <a:srgbClr val="F56300"/>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4</c:f>
              <c:numCache>
                <c:formatCode>General</c:formatCode>
                <c:ptCount val="4"/>
                <c:pt idx="0">
                  <c:v>4.1</c:v>
                </c:pt>
                <c:pt idx="1">
                  <c:v>2.4</c:v>
                </c:pt>
                <c:pt idx="2">
                  <c:v>4</c:v>
                </c:pt>
                <c:pt idx="3">
                  <c:v>3.5</c:v>
                </c:pt>
              </c:numCache>
            </c:numRef>
          </c:val>
        </c:ser>
        <c:ser>
          <c:idx val="5"/>
          <c:order val="5"/>
          <c:tx>
            <c:strRef>
              <c:f>label 5</c:f>
              <c:strCache>
                <c:ptCount val="1"/>
                <c:pt idx="0">
                  <c:v>Series 2</c:v>
                </c:pt>
              </c:strCache>
            </c:strRef>
          </c:tx>
          <c:spPr>
            <a:solidFill>
              <a:srgbClr val="5487FF"/>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5</c:f>
              <c:numCache>
                <c:formatCode>General</c:formatCode>
                <c:ptCount val="4"/>
                <c:pt idx="0">
                  <c:v>1.5</c:v>
                </c:pt>
                <c:pt idx="1">
                  <c:v>4</c:v>
                </c:pt>
                <c:pt idx="2">
                  <c:v>2.4</c:v>
                </c:pt>
                <c:pt idx="3">
                  <c:v>2</c:v>
                </c:pt>
              </c:numCache>
            </c:numRef>
          </c:val>
        </c:ser>
        <c:ser>
          <c:idx val="6"/>
          <c:order val="6"/>
          <c:tx>
            <c:strRef>
              <c:f>label 6</c:f>
              <c:strCache>
                <c:ptCount val="1"/>
                <c:pt idx="0">
                  <c:v>Series 1</c:v>
                </c:pt>
              </c:strCache>
            </c:strRef>
          </c:tx>
          <c:spPr>
            <a:solidFill>
              <a:srgbClr val="230E34"/>
            </a:solidFill>
            <a:ln w="12600">
              <a:solidFill>
                <a:srgbClr val="FAFAFA"/>
              </a:solidFill>
              <a:round/>
            </a:ln>
          </c:spPr>
          <c:invertIfNegative val="0"/>
          <c:dPt>
            <c:idx val="3"/>
            <c:invertIfNegative val="0"/>
            <c:spPr>
              <a:solidFill>
                <a:srgbClr val="3A1857"/>
              </a:solidFill>
              <a:ln w="12600">
                <a:solidFill>
                  <a:srgbClr val="FAFAFA"/>
                </a:solidFill>
                <a:round/>
              </a:ln>
            </c:spPr>
          </c:dPt>
          <c:dLbls>
            <c:dLbl>
              <c:idx val="3"/>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Item D</c:v>
                </c:pt>
                <c:pt idx="1">
                  <c:v>Item C</c:v>
                </c:pt>
                <c:pt idx="2">
                  <c:v>Item B</c:v>
                </c:pt>
                <c:pt idx="3">
                  <c:v>Item A</c:v>
                </c:pt>
              </c:strCache>
            </c:strRef>
          </c:cat>
          <c:val>
            <c:numRef>
              <c:f>6</c:f>
              <c:numCache>
                <c:formatCode>General</c:formatCode>
                <c:ptCount val="4"/>
                <c:pt idx="0">
                  <c:v>2.5</c:v>
                </c:pt>
                <c:pt idx="1">
                  <c:v>3.9</c:v>
                </c:pt>
                <c:pt idx="2">
                  <c:v>3.8</c:v>
                </c:pt>
                <c:pt idx="3">
                  <c:v>4</c:v>
                </c:pt>
              </c:numCache>
            </c:numRef>
          </c:val>
        </c:ser>
        <c:gapWidth val="182"/>
        <c:overlap val="0"/>
        <c:axId val="11511808"/>
        <c:axId val="10070125"/>
      </c:barChart>
      <c:catAx>
        <c:axId val="11511808"/>
        <c:scaling>
          <c:orientation val="minMax"/>
        </c:scaling>
        <c:delete val="0"/>
        <c:axPos val="b"/>
        <c:numFmt formatCode="General" sourceLinked="0"/>
        <c:majorTickMark val="none"/>
        <c:minorTickMark val="none"/>
        <c:tickLblPos val="low"/>
        <c:spPr>
          <a:ln w="9360">
            <a:solidFill>
              <a:srgbClr val="D9D9D9"/>
            </a:solidFill>
            <a:round/>
          </a:ln>
        </c:spPr>
        <c:txPr>
          <a:bodyPr/>
          <a:lstStyle/>
          <a:p>
            <a:pPr>
              <a:defRPr sz="900" b="0" u="none" strike="noStrike">
                <a:solidFill>
                  <a:srgbClr val="000000"/>
                </a:solidFill>
                <a:uFillTx/>
                <a:latin typeface="UCL Sans"/>
              </a:defRPr>
            </a:pPr>
          </a:p>
        </c:txPr>
        <c:crossAx val="10070125"/>
        <c:crossesAt val="0"/>
        <c:auto val="1"/>
        <c:lblAlgn val="ctr"/>
        <c:lblOffset val="100"/>
        <c:noMultiLvlLbl val="0"/>
      </c:catAx>
      <c:valAx>
        <c:axId val="10070125"/>
        <c:scaling>
          <c:orientation val="minMax"/>
        </c:scaling>
        <c:delete val="0"/>
        <c:axPos val="l"/>
        <c:majorGridlines>
          <c:spPr>
            <a:ln w="9360">
              <a:solidFill>
                <a:srgbClr val="D9D9D9"/>
              </a:solidFill>
              <a:round/>
            </a:ln>
          </c:spPr>
        </c:majorGridlines>
        <c:numFmt formatCode="General" sourceLinked="0"/>
        <c:majorTickMark val="none"/>
        <c:minorTickMark val="none"/>
        <c:tickLblPos val="nextTo"/>
        <c:spPr>
          <a:ln w="0">
            <a:noFill/>
          </a:ln>
        </c:spPr>
        <c:txPr>
          <a:bodyPr/>
          <a:lstStyle/>
          <a:p>
            <a:pPr>
              <a:defRPr sz="900" b="0" u="none" strike="noStrike">
                <a:solidFill>
                  <a:srgbClr val="595959"/>
                </a:solidFill>
                <a:uFillTx/>
                <a:latin typeface="UCL Sans"/>
              </a:defRPr>
            </a:pPr>
          </a:p>
        </c:txPr>
        <c:crossAx val="11511808"/>
        <c:crosses val="min"/>
        <c:crossBetween val="between"/>
      </c:valAx>
      <c:spPr>
        <a:noFill/>
        <a:ln w="0">
          <a:noFill/>
        </a:ln>
      </c:spPr>
    </c:plotArea>
    <c:legend>
      <c:legendPos val="r"/>
      <c:layout>
        <c:manualLayout>
          <c:xMode val="edge"/>
          <c:yMode val="edge"/>
          <c:x val="0.107504882358412"/>
          <c:y val="0.926737160120846"/>
          <c:w val="0.626488095238095"/>
          <c:h val="0.0703315148971884"/>
        </c:manualLayout>
      </c:layout>
      <c:overlay val="0"/>
      <c:spPr>
        <a:noFill/>
        <a:ln w="0">
          <a:noFill/>
        </a:ln>
      </c:spPr>
      <c:txPr>
        <a:bodyPr/>
        <a:lstStyle/>
        <a:p>
          <a:pPr>
            <a:defRPr sz="900" b="0" u="none" strike="noStrike">
              <a:solidFill>
                <a:srgbClr val="000000"/>
              </a:solidFill>
              <a:uFillTx/>
              <a:latin typeface="UCL Sans"/>
            </a:defRPr>
          </a:pPr>
        </a:p>
      </c:txPr>
    </c:legend>
    <c:plotVisOnly val="0"/>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Series 1</c:v>
                </c:pt>
              </c:strCache>
            </c:strRef>
          </c:tx>
          <c:spPr>
            <a:solidFill>
              <a:srgbClr val="3A1857"/>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Category 1</c:v>
                </c:pt>
                <c:pt idx="1">
                  <c:v>Category 2</c:v>
                </c:pt>
                <c:pt idx="2">
                  <c:v>Category 3</c:v>
                </c:pt>
                <c:pt idx="3">
                  <c:v>Category 4</c:v>
                </c:pt>
              </c:strCache>
            </c:strRef>
          </c:cat>
          <c:val>
            <c:numRef>
              <c:f>0</c:f>
              <c:numCache>
                <c:formatCode>General</c:formatCode>
                <c:ptCount val="4"/>
                <c:pt idx="0">
                  <c:v>4.3</c:v>
                </c:pt>
                <c:pt idx="1">
                  <c:v>2.5</c:v>
                </c:pt>
                <c:pt idx="2">
                  <c:v>3.5</c:v>
                </c:pt>
                <c:pt idx="3">
                  <c:v>4.5</c:v>
                </c:pt>
              </c:numCache>
            </c:numRef>
          </c:val>
        </c:ser>
        <c:ser>
          <c:idx val="1"/>
          <c:order val="1"/>
          <c:tx>
            <c:strRef>
              <c:f>label 1</c:f>
              <c:strCache>
                <c:ptCount val="1"/>
                <c:pt idx="0">
                  <c:v>Series 2</c:v>
                </c:pt>
              </c:strCache>
            </c:strRef>
          </c:tx>
          <c:spPr>
            <a:solidFill>
              <a:srgbClr val="993AFF"/>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Category 1</c:v>
                </c:pt>
                <c:pt idx="1">
                  <c:v>Category 2</c:v>
                </c:pt>
                <c:pt idx="2">
                  <c:v>Category 3</c:v>
                </c:pt>
                <c:pt idx="3">
                  <c:v>Category 4</c:v>
                </c:pt>
              </c:strCache>
            </c:strRef>
          </c:cat>
          <c:val>
            <c:numRef>
              <c:f>1</c:f>
              <c:numCache>
                <c:formatCode>General</c:formatCode>
                <c:ptCount val="4"/>
                <c:pt idx="0">
                  <c:v>2.4</c:v>
                </c:pt>
                <c:pt idx="1">
                  <c:v>4.4</c:v>
                </c:pt>
                <c:pt idx="2">
                  <c:v>1.8</c:v>
                </c:pt>
                <c:pt idx="3">
                  <c:v>2.8</c:v>
                </c:pt>
              </c:numCache>
            </c:numRef>
          </c:val>
        </c:ser>
        <c:ser>
          <c:idx val="2"/>
          <c:order val="2"/>
          <c:tx>
            <c:strRef>
              <c:f>label 2</c:f>
              <c:strCache>
                <c:ptCount val="1"/>
                <c:pt idx="0">
                  <c:v>Series 3</c:v>
                </c:pt>
              </c:strCache>
            </c:strRef>
          </c:tx>
          <c:spPr>
            <a:solidFill>
              <a:srgbClr val="B982FF"/>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Category 1</c:v>
                </c:pt>
                <c:pt idx="1">
                  <c:v>Category 2</c:v>
                </c:pt>
                <c:pt idx="2">
                  <c:v>Category 3</c:v>
                </c:pt>
                <c:pt idx="3">
                  <c:v>Category 4</c:v>
                </c:pt>
              </c:strCache>
            </c:strRef>
          </c:cat>
          <c:val>
            <c:numRef>
              <c:f>2</c:f>
              <c:numCache>
                <c:formatCode>General</c:formatCode>
                <c:ptCount val="4"/>
                <c:pt idx="0">
                  <c:v>2</c:v>
                </c:pt>
                <c:pt idx="1">
                  <c:v>2</c:v>
                </c:pt>
                <c:pt idx="2">
                  <c:v>3</c:v>
                </c:pt>
                <c:pt idx="3">
                  <c:v>5</c:v>
                </c:pt>
              </c:numCache>
            </c:numRef>
          </c:val>
        </c:ser>
        <c:gapWidth val="219"/>
        <c:overlap val="-27"/>
        <c:axId val="10234276"/>
        <c:axId val="71436425"/>
      </c:barChart>
      <c:catAx>
        <c:axId val="10234276"/>
        <c:scaling>
          <c:orientation val="minMax"/>
        </c:scaling>
        <c:delete val="0"/>
        <c:axPos val="b"/>
        <c:numFmt formatCode="General" sourceLinked="0"/>
        <c:majorTickMark val="none"/>
        <c:minorTickMark val="none"/>
        <c:tickLblPos val="low"/>
        <c:spPr>
          <a:ln w="9360">
            <a:solidFill>
              <a:srgbClr val="D9D9D9"/>
            </a:solidFill>
            <a:round/>
          </a:ln>
        </c:spPr>
        <c:txPr>
          <a:bodyPr/>
          <a:lstStyle/>
          <a:p>
            <a:pPr>
              <a:defRPr sz="1197" b="0" u="none" strike="noStrike">
                <a:solidFill>
                  <a:srgbClr val="000000"/>
                </a:solidFill>
                <a:uFillTx/>
                <a:latin typeface="UCL Sans"/>
              </a:defRPr>
            </a:pPr>
          </a:p>
        </c:txPr>
        <c:crossAx val="71436425"/>
        <c:crossesAt val="0"/>
        <c:auto val="1"/>
        <c:lblAlgn val="ctr"/>
        <c:lblOffset val="100"/>
        <c:noMultiLvlLbl val="0"/>
      </c:catAx>
      <c:valAx>
        <c:axId val="71436425"/>
        <c:scaling>
          <c:orientation val="minMax"/>
        </c:scaling>
        <c:delete val="0"/>
        <c:axPos val="l"/>
        <c:majorGridlines>
          <c:spPr>
            <a:ln w="9360">
              <a:solidFill>
                <a:srgbClr val="D9D9D9"/>
              </a:solidFill>
              <a:round/>
            </a:ln>
          </c:spPr>
        </c:majorGridlines>
        <c:numFmt formatCode="General" sourceLinked="0"/>
        <c:majorTickMark val="none"/>
        <c:minorTickMark val="none"/>
        <c:tickLblPos val="nextTo"/>
        <c:spPr>
          <a:ln w="0">
            <a:noFill/>
          </a:ln>
        </c:spPr>
        <c:txPr>
          <a:bodyPr/>
          <a:lstStyle/>
          <a:p>
            <a:pPr>
              <a:defRPr sz="1197" b="0" u="none" strike="noStrike">
                <a:solidFill>
                  <a:srgbClr val="000000"/>
                </a:solidFill>
                <a:uFillTx/>
                <a:latin typeface="UCL Sans"/>
              </a:defRPr>
            </a:pPr>
          </a:p>
        </c:txPr>
        <c:crossAx val="10234276"/>
        <c:crosses val="min"/>
        <c:crossBetween val="between"/>
      </c:valAx>
      <c:spPr>
        <a:noFill/>
        <a:ln w="0">
          <a:noFill/>
        </a:ln>
      </c:spPr>
    </c:plotArea>
    <c:legend>
      <c:legendPos val="b"/>
      <c:overlay val="0"/>
      <c:spPr>
        <a:noFill/>
        <a:ln w="0">
          <a:noFill/>
        </a:ln>
      </c:spPr>
      <c:txPr>
        <a:bodyPr/>
        <a:lstStyle/>
        <a:p>
          <a:pPr>
            <a:defRPr sz="1197" b="0" u="none" strike="noStrike">
              <a:solidFill>
                <a:srgbClr val="000000"/>
              </a:solidFill>
              <a:uFillTx/>
              <a:latin typeface="UCL Sans"/>
            </a:defRPr>
          </a:pPr>
        </a:p>
      </c:txPr>
    </c:legend>
    <c:plotVisOnly val="0"/>
    <c:dispBlanksAs val="gap"/>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pieChart>
        <c:varyColors val="1"/>
        <c:ser>
          <c:idx val="0"/>
          <c:order val="0"/>
          <c:tx>
            <c:strRef>
              <c:f>label 0</c:f>
              <c:strCache>
                <c:ptCount val="1"/>
                <c:pt idx="0">
                  <c:v>Sales</c:v>
                </c:pt>
              </c:strCache>
            </c:strRef>
          </c:tx>
          <c:spPr>
            <a:gradFill>
              <a:gsLst>
                <a:gs pos="0">
                  <a:srgbClr val="5A4A6E"/>
                </a:gs>
                <a:gs pos="100000">
                  <a:srgbClr val="3A155A"/>
                </a:gs>
              </a:gsLst>
              <a:lin ang="5400000"/>
            </a:gradFill>
            <a:ln w="0">
              <a:noFill/>
            </a:ln>
          </c:spPr>
          <c:explosion val="0"/>
          <c:dPt>
            <c:idx val="0"/>
            <c:spPr>
              <a:solidFill>
                <a:srgbClr val="3A1857"/>
              </a:solidFill>
              <a:ln w="0">
                <a:noFill/>
              </a:ln>
            </c:spPr>
          </c:dPt>
          <c:dPt>
            <c:idx val="1"/>
            <c:spPr>
              <a:solidFill>
                <a:srgbClr val="5487FF"/>
              </a:solidFill>
              <a:ln w="0">
                <a:noFill/>
              </a:ln>
            </c:spPr>
          </c:dPt>
          <c:dPt>
            <c:idx val="2"/>
            <c:spPr>
              <a:solidFill>
                <a:srgbClr val="F56300"/>
              </a:solidFill>
              <a:ln w="0">
                <a:noFill/>
              </a:ln>
            </c:spPr>
          </c:dPt>
          <c:dPt>
            <c:idx val="3"/>
            <c:spPr>
              <a:solidFill>
                <a:srgbClr val="00A19D"/>
              </a:solidFill>
              <a:ln w="9360">
                <a:solidFill>
                  <a:srgbClr val="00A19D"/>
                </a:solidFill>
                <a:round/>
              </a:ln>
            </c:spPr>
          </c:dPt>
          <c:dPt>
            <c:idx val="4"/>
            <c:spPr>
              <a:solidFill>
                <a:srgbClr val="FF097D"/>
              </a:solidFill>
              <a:ln w="0">
                <a:noFill/>
              </a:ln>
            </c:spPr>
          </c:dPt>
          <c:dLbls>
            <c:dLbl>
              <c:idx val="0"/>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1"/>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2"/>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3"/>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4"/>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dLbls>
          <c:cat>
            <c:strRef>
              <c:f>categories</c:f>
              <c:strCache>
                <c:ptCount val="5"/>
                <c:pt idx="0">
                  <c:v>Item A</c:v>
                </c:pt>
                <c:pt idx="1">
                  <c:v>Item B</c:v>
                </c:pt>
                <c:pt idx="2">
                  <c:v>Item C</c:v>
                </c:pt>
                <c:pt idx="3">
                  <c:v>Item D</c:v>
                </c:pt>
                <c:pt idx="4">
                  <c:v>Item E</c:v>
                </c:pt>
              </c:strCache>
            </c:strRef>
          </c:cat>
          <c:val>
            <c:numRef>
              <c:f>0</c:f>
              <c:numCache>
                <c:formatCode>General</c:formatCode>
                <c:ptCount val="5"/>
                <c:pt idx="0">
                  <c:v>6.5</c:v>
                </c:pt>
                <c:pt idx="1">
                  <c:v>3.2</c:v>
                </c:pt>
                <c:pt idx="2">
                  <c:v>1.4</c:v>
                </c:pt>
                <c:pt idx="3">
                  <c:v>1.2</c:v>
                </c:pt>
                <c:pt idx="4">
                  <c:v>3</c:v>
                </c:pt>
              </c:numCache>
            </c:numRef>
          </c:val>
        </c:ser>
        <c:firstSliceAng val="90"/>
      </c:pieChart>
      <c:spPr>
        <a:noFill/>
        <a:ln w="0">
          <a:noFill/>
        </a:ln>
      </c:spPr>
    </c:plotArea>
    <c:legend>
      <c:legendPos val="b"/>
      <c:overlay val="0"/>
      <c:spPr>
        <a:noFill/>
        <a:ln w="0">
          <a:noFill/>
        </a:ln>
      </c:spPr>
      <c:txPr>
        <a:bodyPr/>
        <a:lstStyle/>
        <a:p>
          <a:pPr>
            <a:defRPr sz="1197" b="0" u="none" strike="noStrike">
              <a:solidFill>
                <a:srgbClr val="000000"/>
              </a:solidFill>
              <a:uFillTx/>
              <a:latin typeface="UCL Sans"/>
            </a:defRPr>
          </a:pPr>
        </a:p>
      </c:txPr>
    </c:legend>
    <c:plotVisOnly val="0"/>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080" b="0" u="none" strike="noStrike">
                <a:solidFill>
                  <a:srgbClr val="000000"/>
                </a:solidFill>
                <a:uFillTx/>
                <a:latin typeface="UCL Sans"/>
              </a:defRPr>
            </a:pPr>
            <a:r>
              <a:rPr sz="1080" b="0" u="none" strike="noStrike">
                <a:solidFill>
                  <a:srgbClr val="000000"/>
                </a:solidFill>
                <a:uFillTx/>
                <a:latin typeface="UCL Sans"/>
              </a:rPr>
              <a:t>Bar chart with short named titles</a:t>
            </a:r>
          </a:p>
        </c:rich>
      </c:tx>
      <c:overlay val="0"/>
      <c:spPr>
        <a:noFill/>
        <a:ln w="0">
          <a:noFill/>
        </a:ln>
      </c:spPr>
    </c:title>
    <c:autoTitleDeleted val="0"/>
    <c:plotArea>
      <c:barChart>
        <c:barDir val="bar"/>
        <c:grouping val="clustered"/>
        <c:varyColors val="0"/>
        <c:ser>
          <c:idx val="0"/>
          <c:order val="0"/>
          <c:tx>
            <c:strRef>
              <c:f>label 0</c:f>
              <c:strCache>
                <c:ptCount val="1"/>
                <c:pt idx="0">
                  <c:v>Series 7</c:v>
                </c:pt>
              </c:strCache>
            </c:strRef>
          </c:tx>
          <c:spPr>
            <a:solidFill>
              <a:srgbClr val="9E1A54"/>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0</c:f>
              <c:numCache>
                <c:formatCode>General</c:formatCode>
                <c:ptCount val="5"/>
                <c:pt idx="0">
                  <c:v>2</c:v>
                </c:pt>
                <c:pt idx="1">
                  <c:v>3.5</c:v>
                </c:pt>
                <c:pt idx="2">
                  <c:v>2.5</c:v>
                </c:pt>
                <c:pt idx="3">
                  <c:v>3.9</c:v>
                </c:pt>
                <c:pt idx="4">
                  <c:v>5</c:v>
                </c:pt>
              </c:numCache>
            </c:numRef>
          </c:val>
        </c:ser>
        <c:ser>
          <c:idx val="1"/>
          <c:order val="1"/>
          <c:tx>
            <c:strRef>
              <c:f>label 1</c:f>
              <c:strCache>
                <c:ptCount val="1"/>
                <c:pt idx="0">
                  <c:v>Series 6</c:v>
                </c:pt>
              </c:strCache>
            </c:strRef>
          </c:tx>
          <c:spPr>
            <a:solidFill>
              <a:srgbClr val="002EA6"/>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1</c:f>
              <c:numCache>
                <c:formatCode>General</c:formatCode>
                <c:ptCount val="5"/>
                <c:pt idx="0">
                  <c:v>3</c:v>
                </c:pt>
                <c:pt idx="1">
                  <c:v>1.8</c:v>
                </c:pt>
                <c:pt idx="2">
                  <c:v>4</c:v>
                </c:pt>
                <c:pt idx="3">
                  <c:v>2.4</c:v>
                </c:pt>
                <c:pt idx="4">
                  <c:v>1.5</c:v>
                </c:pt>
              </c:numCache>
            </c:numRef>
          </c:val>
        </c:ser>
        <c:ser>
          <c:idx val="2"/>
          <c:order val="2"/>
          <c:tx>
            <c:strRef>
              <c:f>label 2</c:f>
              <c:strCache>
                <c:ptCount val="1"/>
                <c:pt idx="0">
                  <c:v>Series 5</c:v>
                </c:pt>
              </c:strCache>
            </c:strRef>
          </c:tx>
          <c:spPr>
            <a:solidFill>
              <a:srgbClr val="00A19D"/>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2</c:f>
              <c:numCache>
                <c:formatCode>General</c:formatCode>
                <c:ptCount val="5"/>
                <c:pt idx="0">
                  <c:v>4</c:v>
                </c:pt>
                <c:pt idx="1">
                  <c:v>3</c:v>
                </c:pt>
                <c:pt idx="2">
                  <c:v>2</c:v>
                </c:pt>
                <c:pt idx="3">
                  <c:v>2</c:v>
                </c:pt>
                <c:pt idx="4">
                  <c:v>3</c:v>
                </c:pt>
              </c:numCache>
            </c:numRef>
          </c:val>
        </c:ser>
        <c:ser>
          <c:idx val="3"/>
          <c:order val="3"/>
          <c:tx>
            <c:strRef>
              <c:f>label 3</c:f>
              <c:strCache>
                <c:ptCount val="1"/>
                <c:pt idx="0">
                  <c:v>Series 4</c:v>
                </c:pt>
              </c:strCache>
            </c:strRef>
          </c:tx>
          <c:spPr>
            <a:solidFill>
              <a:srgbClr val="FF097D"/>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3</c:f>
              <c:numCache>
                <c:formatCode>General</c:formatCode>
                <c:ptCount val="5"/>
                <c:pt idx="0">
                  <c:v>2.4</c:v>
                </c:pt>
                <c:pt idx="1">
                  <c:v>2</c:v>
                </c:pt>
                <c:pt idx="2">
                  <c:v>3.5</c:v>
                </c:pt>
                <c:pt idx="3">
                  <c:v>3</c:v>
                </c:pt>
                <c:pt idx="4">
                  <c:v>4</c:v>
                </c:pt>
              </c:numCache>
            </c:numRef>
          </c:val>
        </c:ser>
        <c:ser>
          <c:idx val="4"/>
          <c:order val="4"/>
          <c:tx>
            <c:strRef>
              <c:f>label 4</c:f>
              <c:strCache>
                <c:ptCount val="1"/>
                <c:pt idx="0">
                  <c:v>Series 3</c:v>
                </c:pt>
              </c:strCache>
            </c:strRef>
          </c:tx>
          <c:spPr>
            <a:solidFill>
              <a:srgbClr val="F56300"/>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4</c:f>
              <c:numCache>
                <c:formatCode>General</c:formatCode>
                <c:ptCount val="5"/>
                <c:pt idx="0">
                  <c:v>4.1</c:v>
                </c:pt>
                <c:pt idx="1">
                  <c:v>2.4</c:v>
                </c:pt>
                <c:pt idx="2">
                  <c:v>4</c:v>
                </c:pt>
                <c:pt idx="3">
                  <c:v>3.5</c:v>
                </c:pt>
                <c:pt idx="4">
                  <c:v>5</c:v>
                </c:pt>
              </c:numCache>
            </c:numRef>
          </c:val>
        </c:ser>
        <c:ser>
          <c:idx val="5"/>
          <c:order val="5"/>
          <c:tx>
            <c:strRef>
              <c:f>label 5</c:f>
              <c:strCache>
                <c:ptCount val="1"/>
                <c:pt idx="0">
                  <c:v>Series 2</c:v>
                </c:pt>
              </c:strCache>
            </c:strRef>
          </c:tx>
          <c:spPr>
            <a:solidFill>
              <a:srgbClr val="5487FF"/>
            </a:solidFill>
            <a:ln w="12600">
              <a:solidFill>
                <a:srgbClr val="FAFAFA"/>
              </a:solidFill>
              <a:round/>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5</c:f>
              <c:numCache>
                <c:formatCode>General</c:formatCode>
                <c:ptCount val="5"/>
                <c:pt idx="0">
                  <c:v>1.5</c:v>
                </c:pt>
                <c:pt idx="1">
                  <c:v>4</c:v>
                </c:pt>
                <c:pt idx="2">
                  <c:v>2.4</c:v>
                </c:pt>
                <c:pt idx="3">
                  <c:v>2</c:v>
                </c:pt>
                <c:pt idx="4">
                  <c:v>2.5</c:v>
                </c:pt>
              </c:numCache>
            </c:numRef>
          </c:val>
        </c:ser>
        <c:ser>
          <c:idx val="6"/>
          <c:order val="6"/>
          <c:tx>
            <c:strRef>
              <c:f>label 6</c:f>
              <c:strCache>
                <c:ptCount val="1"/>
                <c:pt idx="0">
                  <c:v>Series 1</c:v>
                </c:pt>
              </c:strCache>
            </c:strRef>
          </c:tx>
          <c:spPr>
            <a:solidFill>
              <a:srgbClr val="005E5C"/>
            </a:solidFill>
            <a:ln w="12600">
              <a:solidFill>
                <a:srgbClr val="FAFAFA"/>
              </a:solidFill>
              <a:round/>
            </a:ln>
          </c:spPr>
          <c:invertIfNegative val="0"/>
          <c:dPt>
            <c:idx val="3"/>
            <c:invertIfNegative val="0"/>
            <c:spPr>
              <a:solidFill>
                <a:srgbClr val="005E5C"/>
              </a:solidFill>
              <a:ln w="12600">
                <a:solidFill>
                  <a:srgbClr val="FAFAFA"/>
                </a:solidFill>
                <a:round/>
              </a:ln>
            </c:spPr>
          </c:dPt>
          <c:dLbls>
            <c:dLbl>
              <c:idx val="3"/>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extLst>
              <c:ext xmlns:c15="http://schemas.microsoft.com/office/drawing/2012/chart" uri="{CE6537A1-D6FC-4f65-9D91-7224C49458BB}">
                <c15:showLeaderLines val="1"/>
              </c:ext>
            </c:extLst>
          </c:dLbls>
          <c:cat>
            <c:strRef>
              <c:f>categories</c:f>
              <c:strCache>
                <c:ptCount val="5"/>
                <c:pt idx="0">
                  <c:v>Item D</c:v>
                </c:pt>
                <c:pt idx="1">
                  <c:v>Item C</c:v>
                </c:pt>
                <c:pt idx="2">
                  <c:v>Item B</c:v>
                </c:pt>
                <c:pt idx="3">
                  <c:v>Item A</c:v>
                </c:pt>
                <c:pt idx="4">
                  <c:v>item E</c:v>
                </c:pt>
              </c:strCache>
            </c:strRef>
          </c:cat>
          <c:val>
            <c:numRef>
              <c:f>6</c:f>
              <c:numCache>
                <c:formatCode>General</c:formatCode>
                <c:ptCount val="5"/>
                <c:pt idx="0">
                  <c:v>2.5</c:v>
                </c:pt>
                <c:pt idx="1">
                  <c:v>3.9</c:v>
                </c:pt>
                <c:pt idx="2">
                  <c:v>3.8</c:v>
                </c:pt>
                <c:pt idx="3">
                  <c:v>4</c:v>
                </c:pt>
                <c:pt idx="4">
                  <c:v>3.8</c:v>
                </c:pt>
              </c:numCache>
            </c:numRef>
          </c:val>
        </c:ser>
        <c:gapWidth val="182"/>
        <c:overlap val="0"/>
        <c:axId val="59427761"/>
        <c:axId val="95670962"/>
      </c:barChart>
      <c:catAx>
        <c:axId val="59427761"/>
        <c:scaling>
          <c:orientation val="minMax"/>
        </c:scaling>
        <c:delete val="0"/>
        <c:axPos val="b"/>
        <c:numFmt formatCode="General" sourceLinked="0"/>
        <c:majorTickMark val="none"/>
        <c:minorTickMark val="none"/>
        <c:tickLblPos val="low"/>
        <c:spPr>
          <a:ln w="9360">
            <a:solidFill>
              <a:srgbClr val="D9D9D9"/>
            </a:solidFill>
            <a:round/>
          </a:ln>
        </c:spPr>
        <c:txPr>
          <a:bodyPr/>
          <a:lstStyle/>
          <a:p>
            <a:pPr>
              <a:defRPr sz="900" b="0" u="none" strike="noStrike">
                <a:solidFill>
                  <a:srgbClr val="000000"/>
                </a:solidFill>
                <a:uFillTx/>
                <a:latin typeface="UCL Sans"/>
              </a:defRPr>
            </a:pPr>
          </a:p>
        </c:txPr>
        <c:crossAx val="95670962"/>
        <c:crossesAt val="0"/>
        <c:auto val="1"/>
        <c:lblAlgn val="ctr"/>
        <c:lblOffset val="100"/>
        <c:noMultiLvlLbl val="0"/>
      </c:catAx>
      <c:valAx>
        <c:axId val="95670962"/>
        <c:scaling>
          <c:orientation val="minMax"/>
        </c:scaling>
        <c:delete val="0"/>
        <c:axPos val="l"/>
        <c:majorGridlines>
          <c:spPr>
            <a:ln w="9360">
              <a:solidFill>
                <a:srgbClr val="D9D9D9"/>
              </a:solidFill>
              <a:round/>
            </a:ln>
          </c:spPr>
        </c:majorGridlines>
        <c:numFmt formatCode="General" sourceLinked="0"/>
        <c:majorTickMark val="none"/>
        <c:minorTickMark val="none"/>
        <c:tickLblPos val="nextTo"/>
        <c:spPr>
          <a:ln w="0">
            <a:noFill/>
          </a:ln>
        </c:spPr>
        <c:txPr>
          <a:bodyPr/>
          <a:lstStyle/>
          <a:p>
            <a:pPr>
              <a:defRPr sz="900" b="0" u="none" strike="noStrike">
                <a:solidFill>
                  <a:srgbClr val="595959"/>
                </a:solidFill>
                <a:uFillTx/>
                <a:latin typeface="UCL Sans"/>
              </a:defRPr>
            </a:pPr>
          </a:p>
        </c:txPr>
        <c:crossAx val="59427761"/>
        <c:crosses val="min"/>
        <c:crossBetween val="between"/>
      </c:valAx>
      <c:spPr>
        <a:noFill/>
        <a:ln w="0">
          <a:noFill/>
        </a:ln>
      </c:spPr>
    </c:plotArea>
    <c:legend>
      <c:legendPos val="r"/>
      <c:layout>
        <c:manualLayout>
          <c:xMode val="edge"/>
          <c:yMode val="edge"/>
          <c:x val="0.107492630978416"/>
          <c:y val="0.926738172763838"/>
          <c:w val="0.626491703513526"/>
          <c:h val="0.0703955559812279"/>
        </c:manualLayout>
      </c:layout>
      <c:overlay val="0"/>
      <c:spPr>
        <a:noFill/>
        <a:ln w="0">
          <a:noFill/>
        </a:ln>
      </c:spPr>
      <c:txPr>
        <a:bodyPr/>
        <a:lstStyle/>
        <a:p>
          <a:pPr>
            <a:defRPr sz="900" b="0" u="none" strike="noStrike">
              <a:solidFill>
                <a:srgbClr val="000000"/>
              </a:solidFill>
              <a:uFillTx/>
              <a:latin typeface="UCL Sans"/>
            </a:defRPr>
          </a:pPr>
        </a:p>
      </c:txPr>
    </c:legend>
    <c:plotVisOnly val="0"/>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3.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4.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5.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3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hdr"/>
          </p:nvPr>
        </p:nvSpPr>
        <p:spPr>
          <a:xfrm>
            <a:off x="0" y="0"/>
            <a:ext cx="2971800" cy="458640"/>
          </a:xfrm>
          <a:prstGeom prst="rect">
            <a:avLst/>
          </a:prstGeom>
          <a:noFill/>
          <a:ln w="19080">
            <a:noFill/>
          </a:ln>
        </p:spPr>
        <p:txBody>
          <a:bodyPr lIns="91440" tIns="45720" rIns="91440" bIns="45720" anchor="t">
            <a:noAutofit/>
          </a:bodyPr>
          <a:p>
            <a:pPr indent="0" algn="l">
              <a:buNone/>
            </a:pPr>
            <a:endParaRPr lang="en-GB" sz="2400" b="0" u="none" strike="noStrike">
              <a:solidFill>
                <a:srgbClr val="FFFFFF"/>
              </a:solidFill>
              <a:effectLst/>
              <a:uFillTx/>
              <a:latin typeface="Times New Roman"/>
            </a:endParaRPr>
          </a:p>
        </p:txBody>
      </p:sp>
      <p:sp>
        <p:nvSpPr>
          <p:cNvPr id="216" name="PlaceHolder 2"/>
          <p:cNvSpPr>
            <a:spLocks noGrp="1"/>
          </p:cNvSpPr>
          <p:nvPr>
            <p:ph type="dt" idx="4"/>
          </p:nvPr>
        </p:nvSpPr>
        <p:spPr>
          <a:xfrm>
            <a:off x="3884760" y="0"/>
            <a:ext cx="2971800" cy="458640"/>
          </a:xfrm>
          <a:prstGeom prst="rect">
            <a:avLst/>
          </a:prstGeom>
          <a:noFill/>
          <a:ln w="19080">
            <a:noFill/>
          </a:ln>
        </p:spPr>
        <p:txBody>
          <a:bodyPr lIns="91440" tIns="45720" rIns="91440" bIns="45720" anchor="t">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4984C0D7-E38F-41DF-88C4-90D684062058}" type="datetime">
              <a:rPr lang="en-US" sz="1200" b="0" u="none" strike="noStrike">
                <a:solidFill>
                  <a:srgbClr val="000000"/>
                </a:solidFill>
                <a:effectLst/>
                <a:uFillTx/>
                <a:latin typeface="Aptos"/>
              </a:rPr>
              <a:t>9/21/26</a:t>
            </a:fld>
            <a:endParaRPr lang="en-GB" sz="1200" b="0" u="none" strike="noStrike">
              <a:solidFill>
                <a:srgbClr val="FFFFFF"/>
              </a:solidFill>
              <a:effectLst/>
              <a:uFillTx/>
              <a:latin typeface="Times New Roman"/>
            </a:endParaRPr>
          </a:p>
        </p:txBody>
      </p:sp>
      <p:sp>
        <p:nvSpPr>
          <p:cNvPr id="217" name="PlaceHolder 3"/>
          <p:cNvSpPr>
            <a:spLocks noGrp="1"/>
          </p:cNvSpPr>
          <p:nvPr>
            <p:ph type="sldImg"/>
          </p:nvPr>
        </p:nvSpPr>
        <p:spPr>
          <a:xfrm>
            <a:off x="685800" y="1143000"/>
            <a:ext cx="5486400" cy="3085920"/>
          </a:xfrm>
          <a:prstGeom prst="rect">
            <a:avLst/>
          </a:prstGeom>
          <a:noFill/>
          <a:ln w="19080">
            <a:noFill/>
          </a:ln>
        </p:spPr>
        <p:txBody>
          <a:bodyPr lIns="0" tIns="0" rIns="0" bIns="0" anchor="ctr">
            <a:noAutofit/>
          </a:bodyPr>
          <a:p>
            <a:pPr indent="0" algn="ctr">
              <a:buNone/>
            </a:pPr>
            <a:r>
              <a:rPr lang="en-GB" sz="4400" b="0" u="none" strike="noStrike">
                <a:solidFill>
                  <a:srgbClr val="FFFFFF"/>
                </a:solidFill>
                <a:effectLst/>
                <a:uFillTx/>
                <a:latin typeface="Arial"/>
              </a:rPr>
              <a:t>Click to move the slide</a:t>
            </a:r>
            <a:endParaRPr lang="en-GB" sz="4400" b="0" u="none" strike="noStrike">
              <a:solidFill>
                <a:srgbClr val="FFFFFF"/>
              </a:solidFill>
              <a:effectLst/>
              <a:uFillTx/>
              <a:latin typeface="Arial"/>
            </a:endParaRPr>
          </a:p>
        </p:txBody>
      </p:sp>
      <p:sp>
        <p:nvSpPr>
          <p:cNvPr id="218" name="PlaceHolder 4"/>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Click to edit Master text styles</a:t>
            </a:r>
            <a:endParaRPr lang="en-GB" sz="1200" b="0" u="none" strike="noStrike">
              <a:solidFill>
                <a:srgbClr val="FFFFFF"/>
              </a:solidFill>
              <a:effectLst/>
              <a:uFillTx/>
              <a:latin typeface="Arial"/>
            </a:endParaRPr>
          </a:p>
          <a:p>
            <a:pPr marL="457200" lvl="1" indent="0" algn="l">
              <a:lnSpc>
                <a:spcPct val="100000"/>
              </a:lnSpc>
            </a:pPr>
            <a:r>
              <a:rPr lang="en-GB" sz="1200" b="0" u="none" strike="noStrike">
                <a:solidFill>
                  <a:srgbClr val="000000"/>
                </a:solidFill>
                <a:effectLst/>
                <a:uFillTx/>
                <a:latin typeface="Aptos"/>
              </a:rPr>
              <a:t>Second level</a:t>
            </a:r>
            <a:endParaRPr lang="en-GB" sz="1200" b="0" u="none" strike="noStrike">
              <a:solidFill>
                <a:srgbClr val="FFFFFF"/>
              </a:solidFill>
              <a:effectLst/>
              <a:uFillTx/>
              <a:latin typeface="Arial"/>
            </a:endParaRPr>
          </a:p>
          <a:p>
            <a:pPr marL="914400" lvl="2" indent="0" algn="l">
              <a:lnSpc>
                <a:spcPct val="100000"/>
              </a:lnSpc>
            </a:pPr>
            <a:r>
              <a:rPr lang="en-GB" sz="1200" b="0" u="none" strike="noStrike">
                <a:solidFill>
                  <a:srgbClr val="000000"/>
                </a:solidFill>
                <a:effectLst/>
                <a:uFillTx/>
                <a:latin typeface="Aptos"/>
              </a:rPr>
              <a:t>Third level</a:t>
            </a:r>
            <a:endParaRPr lang="en-GB" sz="1200" b="0" u="none" strike="noStrike">
              <a:solidFill>
                <a:srgbClr val="FFFFFF"/>
              </a:solidFill>
              <a:effectLst/>
              <a:uFillTx/>
              <a:latin typeface="Arial"/>
            </a:endParaRPr>
          </a:p>
          <a:p>
            <a:pPr marL="1371600" lvl="3" indent="0" algn="l">
              <a:lnSpc>
                <a:spcPct val="100000"/>
              </a:lnSpc>
            </a:pPr>
            <a:r>
              <a:rPr lang="en-GB" sz="1200" b="0" u="none" strike="noStrike">
                <a:solidFill>
                  <a:srgbClr val="000000"/>
                </a:solidFill>
                <a:effectLst/>
                <a:uFillTx/>
                <a:latin typeface="Aptos"/>
              </a:rPr>
              <a:t>Fourth level</a:t>
            </a:r>
            <a:endParaRPr lang="en-GB" sz="1200" b="0" u="none" strike="noStrike">
              <a:solidFill>
                <a:srgbClr val="FFFFFF"/>
              </a:solidFill>
              <a:effectLst/>
              <a:uFillTx/>
              <a:latin typeface="Arial"/>
            </a:endParaRPr>
          </a:p>
          <a:p>
            <a:pPr marL="1828800" lvl="4" indent="0" algn="l">
              <a:lnSpc>
                <a:spcPct val="100000"/>
              </a:lnSpc>
            </a:pPr>
            <a:r>
              <a:rPr lang="en-GB" sz="1200" b="0" u="none" strike="noStrike">
                <a:solidFill>
                  <a:srgbClr val="000000"/>
                </a:solidFill>
                <a:effectLst/>
                <a:uFillTx/>
                <a:latin typeface="Aptos"/>
              </a:rPr>
              <a:t>Fifth level</a:t>
            </a:r>
            <a:endParaRPr lang="en-GB" sz="1200" b="0" u="none" strike="noStrike">
              <a:solidFill>
                <a:srgbClr val="FFFFFF"/>
              </a:solidFill>
              <a:effectLst/>
              <a:uFillTx/>
              <a:latin typeface="Arial"/>
            </a:endParaRPr>
          </a:p>
        </p:txBody>
      </p:sp>
      <p:sp>
        <p:nvSpPr>
          <p:cNvPr id="219" name="PlaceHolder 5"/>
          <p:cNvSpPr>
            <a:spLocks noGrp="1"/>
          </p:cNvSpPr>
          <p:nvPr>
            <p:ph type="ftr" idx="5"/>
          </p:nvPr>
        </p:nvSpPr>
        <p:spPr>
          <a:xfrm>
            <a:off x="0" y="8685360"/>
            <a:ext cx="2971800" cy="458640"/>
          </a:xfrm>
          <a:prstGeom prst="rect">
            <a:avLst/>
          </a:prstGeom>
          <a:noFill/>
          <a:ln w="19080">
            <a:noFill/>
          </a:ln>
        </p:spPr>
        <p:txBody>
          <a:bodyPr lIns="91440" tIns="45720" rIns="91440" bIns="45720" anchor="b">
            <a:noAutofit/>
          </a:bodyPr>
          <a:p>
            <a:pPr indent="0" algn="l">
              <a:buNone/>
            </a:pPr>
            <a:endParaRPr lang="en-GB" sz="2400" b="0" u="none" strike="noStrike">
              <a:solidFill>
                <a:srgbClr val="FFFFFF"/>
              </a:solidFill>
              <a:effectLst/>
              <a:uFillTx/>
              <a:latin typeface="Times New Roman"/>
            </a:endParaRPr>
          </a:p>
        </p:txBody>
      </p:sp>
      <p:sp>
        <p:nvSpPr>
          <p:cNvPr id="220" name="PlaceHolder 6"/>
          <p:cNvSpPr>
            <a:spLocks noGrp="1"/>
          </p:cNvSpPr>
          <p:nvPr>
            <p:ph type="sldNum" idx="6"/>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0999EA52-E6CC-4B56-9440-8D6CE9BA735E}"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400" cy="3085920"/>
          </a:xfrm>
          <a:prstGeom prst="rect">
            <a:avLst/>
          </a:prstGeom>
          <a:ln w="0">
            <a:noFill/>
          </a:ln>
        </p:spPr>
      </p:sp>
      <p:sp>
        <p:nvSpPr>
          <p:cNvPr id="352"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The first four pages are template guide pages that explain how to use the templates, colour palettes for visualising data, and provide guidance on creating accessible documents. Please remove these pages once you have finalised your template.</a:t>
            </a:r>
            <a:endParaRPr lang="en-GB" sz="1200" b="0" u="none" strike="noStrike">
              <a:solidFill>
                <a:srgbClr val="FFFFFF"/>
              </a:solidFill>
              <a:effectLst/>
              <a:uFillTx/>
              <a:latin typeface="Arial"/>
            </a:endParaRPr>
          </a:p>
        </p:txBody>
      </p:sp>
      <p:sp>
        <p:nvSpPr>
          <p:cNvPr id="353" name="PlaceHolder 3"/>
          <p:cNvSpPr>
            <a:spLocks noGrp="1"/>
          </p:cNvSpPr>
          <p:nvPr>
            <p:ph type="sldNum" idx="7"/>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6F1FB5A5-6E24-4BCB-A8F3-5222F89A05DD}"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400" cy="3085920"/>
          </a:xfrm>
          <a:prstGeom prst="rect">
            <a:avLst/>
          </a:prstGeom>
          <a:ln w="0">
            <a:noFill/>
          </a:ln>
        </p:spPr>
      </p:sp>
      <p:sp>
        <p:nvSpPr>
          <p:cNvPr id="355"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The first four pages are template guide pages that explain how to use the templates, colour palettes for visualising data, and provide guidance on creating accessible documents. Please remove these pages once you have finalised your template.</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56" name="PlaceHolder 3"/>
          <p:cNvSpPr>
            <a:spLocks noGrp="1"/>
          </p:cNvSpPr>
          <p:nvPr>
            <p:ph type="sldNum" idx="8"/>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90C83499-DB84-48B7-93C5-7DB4D8FBAC32}"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400" cy="3085920"/>
          </a:xfrm>
          <a:prstGeom prst="rect">
            <a:avLst/>
          </a:prstGeom>
          <a:ln w="0">
            <a:noFill/>
          </a:ln>
        </p:spPr>
      </p:sp>
      <p:sp>
        <p:nvSpPr>
          <p:cNvPr id="358"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The first four pages are template guide pages that explain how to use the templates, colour palettes for visualising data, and provide guidance on creating accessible documents. Please remove these pages once you have finalised your template.</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59" name="PlaceHolder 3"/>
          <p:cNvSpPr>
            <a:spLocks noGrp="1"/>
          </p:cNvSpPr>
          <p:nvPr>
            <p:ph type="sldNum" idx="9"/>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8FE581F7-3C0B-4DD9-B731-CE0F1823936B}"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400" cy="3085920"/>
          </a:xfrm>
          <a:prstGeom prst="rect">
            <a:avLst/>
          </a:prstGeom>
          <a:ln w="0">
            <a:noFill/>
          </a:ln>
        </p:spPr>
      </p:sp>
      <p:sp>
        <p:nvSpPr>
          <p:cNvPr id="361"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The first four pages are template guide pages that explain how to use the templates, colour palettes for visualising data, and provide guidance on creating accessible documents. Please remove these pages once you have finalised your template.</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62" name="PlaceHolder 3"/>
          <p:cNvSpPr>
            <a:spLocks noGrp="1"/>
          </p:cNvSpPr>
          <p:nvPr>
            <p:ph type="sldNum" idx="10"/>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7FE27E4B-4537-4D86-8CBD-E7AD8E6D7C57}"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400" cy="3085920"/>
          </a:xfrm>
          <a:prstGeom prst="rect">
            <a:avLst/>
          </a:prstGeom>
          <a:ln w="0">
            <a:noFill/>
          </a:ln>
        </p:spPr>
      </p:sp>
      <p:sp>
        <p:nvSpPr>
          <p:cNvPr id="364"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Cover title slide using a full UCL Dark Purple colour as the background. The slide layout includes a main heading in the top left corner. The presenters’ names and the date are shown in the bottom left corner. The UCL logo is positioned in the bottom right corner of the slide.</a:t>
            </a:r>
            <a:endParaRPr lang="en-GB" sz="1200" b="0" u="none" strike="noStrike">
              <a:solidFill>
                <a:srgbClr val="FFFFFF"/>
              </a:solidFill>
              <a:effectLst/>
              <a:uFillTx/>
              <a:latin typeface="Arial"/>
            </a:endParaRPr>
          </a:p>
        </p:txBody>
      </p:sp>
      <p:sp>
        <p:nvSpPr>
          <p:cNvPr id="365" name="PlaceHolder 3"/>
          <p:cNvSpPr>
            <a:spLocks noGrp="1"/>
          </p:cNvSpPr>
          <p:nvPr>
            <p:ph type="sldNum" idx="11"/>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BB8AE171-7A75-4326-B2AF-B49B08CD9904}"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400" cy="3085920"/>
          </a:xfrm>
          <a:prstGeom prst="rect">
            <a:avLst/>
          </a:prstGeom>
          <a:ln w="0">
            <a:noFill/>
          </a:ln>
        </p:spPr>
      </p:sp>
      <p:sp>
        <p:nvSpPr>
          <p:cNvPr id="367"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Faculty, School, department name cover title slide, using a full UCL Dark Purple colour as the background. The slide layout includes a main heading in the top left corner. The presenters’ names and the date are shown in the bottom left corner. The UCL logo is positioned in the bottom right corner of the slide.</a:t>
            </a:r>
            <a:endParaRPr lang="en-GB" sz="1200" b="0" u="none" strike="noStrike">
              <a:solidFill>
                <a:srgbClr val="FFFFFF"/>
              </a:solidFill>
              <a:effectLst/>
              <a:uFillTx/>
              <a:latin typeface="Arial"/>
            </a:endParaRPr>
          </a:p>
        </p:txBody>
      </p:sp>
      <p:sp>
        <p:nvSpPr>
          <p:cNvPr id="368" name="PlaceHolder 3"/>
          <p:cNvSpPr>
            <a:spLocks noGrp="1"/>
          </p:cNvSpPr>
          <p:nvPr>
            <p:ph type="sldNum" idx="12"/>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A0FB9D70-55DC-4FBD-960B-C8CFBCE15C3A}"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400" cy="3085920"/>
          </a:xfrm>
          <a:prstGeom prst="rect">
            <a:avLst/>
          </a:prstGeom>
          <a:ln w="0">
            <a:noFill/>
          </a:ln>
        </p:spPr>
      </p:sp>
      <p:sp>
        <p:nvSpPr>
          <p:cNvPr id="370"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Cover title slide using image at the bootom. The slide layout includes a main heading in the top left corner. UCL logo is positioned in the bottom right corner of the slide.</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71" name="PlaceHolder 3"/>
          <p:cNvSpPr>
            <a:spLocks noGrp="1"/>
          </p:cNvSpPr>
          <p:nvPr>
            <p:ph type="sldNum" idx="13"/>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51680155-F3DB-43FE-BD18-1E36846A7EDB}"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400" cy="3085920"/>
          </a:xfrm>
          <a:prstGeom prst="rect">
            <a:avLst/>
          </a:prstGeom>
          <a:ln w="0">
            <a:noFill/>
          </a:ln>
        </p:spPr>
      </p:sp>
      <p:sp>
        <p:nvSpPr>
          <p:cNvPr id="373"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Cover title slide layout features a full background image with a main heading positioned in the top left corner on a dark purple panel. The presenters’ names and the date sit beneath the title. The UCL logo is placed in the bottom right corner of the slide.</a:t>
            </a:r>
            <a:endParaRPr lang="en-GB" sz="1200" b="0" u="none" strike="noStrike">
              <a:solidFill>
                <a:srgbClr val="FFFFFF"/>
              </a:solidFill>
              <a:effectLst/>
              <a:uFillTx/>
              <a:latin typeface="Arial"/>
            </a:endParaRPr>
          </a:p>
        </p:txBody>
      </p:sp>
      <p:sp>
        <p:nvSpPr>
          <p:cNvPr id="374" name="PlaceHolder 3"/>
          <p:cNvSpPr>
            <a:spLocks noGrp="1"/>
          </p:cNvSpPr>
          <p:nvPr>
            <p:ph type="sldNum" idx="14"/>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5882C397-1398-46B8-BBB8-BC7ED818ADA4}"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400" cy="3085920"/>
          </a:xfrm>
          <a:prstGeom prst="rect">
            <a:avLst/>
          </a:prstGeom>
          <a:ln w="0">
            <a:noFill/>
          </a:ln>
        </p:spPr>
      </p:sp>
      <p:sp>
        <p:nvSpPr>
          <p:cNvPr id="376"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Divider slide with a one-column layout. A headline is positioned at the top right and body text arranged beneath it. Sits on dark purple background.</a:t>
            </a:r>
            <a:endParaRPr lang="en-GB" sz="1200" b="0" u="none" strike="noStrike">
              <a:solidFill>
                <a:srgbClr val="FFFFFF"/>
              </a:solidFill>
              <a:effectLst/>
              <a:uFillTx/>
              <a:latin typeface="Arial"/>
            </a:endParaRPr>
          </a:p>
        </p:txBody>
      </p:sp>
      <p:sp>
        <p:nvSpPr>
          <p:cNvPr id="377" name="PlaceHolder 3"/>
          <p:cNvSpPr>
            <a:spLocks noGrp="1"/>
          </p:cNvSpPr>
          <p:nvPr>
            <p:ph type="sldNum" idx="15"/>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A57AF7E2-F447-46AF-8B79-C25DE22FF526}"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6400" cy="3085920"/>
          </a:xfrm>
          <a:prstGeom prst="rect">
            <a:avLst/>
          </a:prstGeom>
          <a:ln w="0">
            <a:noFill/>
          </a:ln>
        </p:spPr>
      </p:sp>
      <p:sp>
        <p:nvSpPr>
          <p:cNvPr id="379"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Divider slide with an image on the left and one column text on the right. A headline is positioned at the top right and body text arranged beneath it. Sits on dark purple background.</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80" name="PlaceHolder 3"/>
          <p:cNvSpPr>
            <a:spLocks noGrp="1"/>
          </p:cNvSpPr>
          <p:nvPr>
            <p:ph type="sldNum" idx="16"/>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DA855D1A-C24E-4238-836B-0900ABAF2998}"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6400" cy="3085920"/>
          </a:xfrm>
          <a:prstGeom prst="rect">
            <a:avLst/>
          </a:prstGeom>
          <a:ln w="0">
            <a:noFill/>
          </a:ln>
        </p:spPr>
      </p:sp>
      <p:sp>
        <p:nvSpPr>
          <p:cNvPr id="382"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Divider slide divided 3 columns with an image on the mid-right and one column text on the left. A headline is positioned at the top left and body text arranged beneath it. Sits on dark purple background.</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83" name="PlaceHolder 3"/>
          <p:cNvSpPr>
            <a:spLocks noGrp="1"/>
          </p:cNvSpPr>
          <p:nvPr>
            <p:ph type="sldNum" idx="17"/>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41B442A0-B938-4884-982E-19AC61436B75}"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6400" cy="3085920"/>
          </a:xfrm>
          <a:prstGeom prst="rect">
            <a:avLst/>
          </a:prstGeom>
          <a:ln w="0">
            <a:noFill/>
          </a:ln>
        </p:spPr>
      </p:sp>
      <p:sp>
        <p:nvSpPr>
          <p:cNvPr id="385"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headline at the top left, followed by text box beneath it. </a:t>
            </a:r>
            <a:endParaRPr lang="en-GB" sz="1200" b="0" u="none" strike="noStrike">
              <a:solidFill>
                <a:srgbClr val="FFFFFF"/>
              </a:solidFill>
              <a:effectLst/>
              <a:uFillTx/>
              <a:latin typeface="Arial"/>
            </a:endParaRPr>
          </a:p>
        </p:txBody>
      </p:sp>
      <p:sp>
        <p:nvSpPr>
          <p:cNvPr id="386" name="PlaceHolder 3"/>
          <p:cNvSpPr>
            <a:spLocks noGrp="1"/>
          </p:cNvSpPr>
          <p:nvPr>
            <p:ph type="sldNum" idx="18"/>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6BE19D31-7DC3-4C22-A199-C62263F4AF4C}"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685800" y="1143000"/>
            <a:ext cx="5486400" cy="3085920"/>
          </a:xfrm>
          <a:prstGeom prst="rect">
            <a:avLst/>
          </a:prstGeom>
          <a:ln w="0">
            <a:noFill/>
          </a:ln>
        </p:spPr>
      </p:sp>
      <p:sp>
        <p:nvSpPr>
          <p:cNvPr id="388"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full image with full colour logo</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89" name="PlaceHolder 3"/>
          <p:cNvSpPr>
            <a:spLocks noGrp="1"/>
          </p:cNvSpPr>
          <p:nvPr>
            <p:ph type="sldNum" idx="19"/>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3D9F4AF2-DD50-4B7A-BE57-DFCD8F095E4F}"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685800" y="1143000"/>
            <a:ext cx="5486400" cy="3085920"/>
          </a:xfrm>
          <a:prstGeom prst="rect">
            <a:avLst/>
          </a:prstGeom>
          <a:ln w="0">
            <a:noFill/>
          </a:ln>
        </p:spPr>
      </p:sp>
      <p:sp>
        <p:nvSpPr>
          <p:cNvPr id="391"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full dark-purple background. A main heading appears in the top left corner, followed by a smaller subheading beneath it. Space for inserting a table sits below. An image is positioned on the left side of the slide with three columns of small text above the image.</a:t>
            </a:r>
            <a:endParaRPr lang="en-GB" sz="1200" b="0" u="none" strike="noStrike">
              <a:solidFill>
                <a:srgbClr val="FFFFFF"/>
              </a:solidFill>
              <a:effectLst/>
              <a:uFillTx/>
              <a:latin typeface="Arial"/>
            </a:endParaRPr>
          </a:p>
        </p:txBody>
      </p:sp>
      <p:sp>
        <p:nvSpPr>
          <p:cNvPr id="392" name="PlaceHolder 3"/>
          <p:cNvSpPr>
            <a:spLocks noGrp="1"/>
          </p:cNvSpPr>
          <p:nvPr>
            <p:ph type="sldNum" idx="20"/>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DAD85C13-EB42-4BB2-B3E8-662FA9C6F30F}"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685800" y="1143000"/>
            <a:ext cx="5486400" cy="3085920"/>
          </a:xfrm>
          <a:prstGeom prst="rect">
            <a:avLst/>
          </a:prstGeom>
          <a:ln w="0">
            <a:noFill/>
          </a:ln>
        </p:spPr>
      </p:sp>
      <p:sp>
        <p:nvSpPr>
          <p:cNvPr id="394"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headline at the top left, followed by 2 column text box, one for subheading and one for body text. </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395" name="PlaceHolder 3"/>
          <p:cNvSpPr>
            <a:spLocks noGrp="1"/>
          </p:cNvSpPr>
          <p:nvPr>
            <p:ph type="sldNum" idx="21"/>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A1D5ED1B-72BA-4C8D-A43D-EC84B0648F05}"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685800" y="1143000"/>
            <a:ext cx="5486400" cy="3085920"/>
          </a:xfrm>
          <a:prstGeom prst="rect">
            <a:avLst/>
          </a:prstGeom>
          <a:ln w="0">
            <a:noFill/>
          </a:ln>
        </p:spPr>
      </p:sp>
      <p:sp>
        <p:nvSpPr>
          <p:cNvPr id="397"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This content slide features a headline at the top left, followed by two columns, each providing space for an image with accompanying copy beneath.</a:t>
            </a:r>
            <a:endParaRPr lang="en-GB" sz="1200" b="0" u="none" strike="noStrike">
              <a:solidFill>
                <a:srgbClr val="FFFFFF"/>
              </a:solidFill>
              <a:effectLst/>
              <a:uFillTx/>
              <a:latin typeface="Arial"/>
            </a:endParaRPr>
          </a:p>
        </p:txBody>
      </p:sp>
      <p:sp>
        <p:nvSpPr>
          <p:cNvPr id="398" name="PlaceHolder 3"/>
          <p:cNvSpPr>
            <a:spLocks noGrp="1"/>
          </p:cNvSpPr>
          <p:nvPr>
            <p:ph type="sldNum" idx="22"/>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9233794C-4A48-4976-838B-9EA5E1DE129B}"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685800" y="1143000"/>
            <a:ext cx="5486400" cy="3085920"/>
          </a:xfrm>
          <a:prstGeom prst="rect">
            <a:avLst/>
          </a:prstGeom>
          <a:ln w="0">
            <a:noFill/>
          </a:ln>
        </p:spPr>
      </p:sp>
      <p:sp>
        <p:nvSpPr>
          <p:cNvPr id="400"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two-column layout. A headline is positioned at the top left, with an image on the left with body text arranged on the right.</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401" name="PlaceHolder 3"/>
          <p:cNvSpPr>
            <a:spLocks noGrp="1"/>
          </p:cNvSpPr>
          <p:nvPr>
            <p:ph type="sldNum" idx="23"/>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DD169200-1C53-4ED3-81A8-0380F67F4D63}"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6400" cy="3085920"/>
          </a:xfrm>
          <a:prstGeom prst="rect">
            <a:avLst/>
          </a:prstGeom>
          <a:ln w="0">
            <a:noFill/>
          </a:ln>
        </p:spPr>
      </p:sp>
      <p:sp>
        <p:nvSpPr>
          <p:cNvPr id="403"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This content slide features a headline at the top left, followed by four columns, each providing space for an image with accompanying copy beneath.</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404" name="PlaceHolder 3"/>
          <p:cNvSpPr>
            <a:spLocks noGrp="1"/>
          </p:cNvSpPr>
          <p:nvPr>
            <p:ph type="sldNum" idx="24"/>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E039F666-1CDF-45DE-80FD-40800962DD79}"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685800" y="1143000"/>
            <a:ext cx="5486400" cy="3085920"/>
          </a:xfrm>
          <a:prstGeom prst="rect">
            <a:avLst/>
          </a:prstGeom>
          <a:ln w="0">
            <a:noFill/>
          </a:ln>
        </p:spPr>
      </p:sp>
      <p:sp>
        <p:nvSpPr>
          <p:cNvPr id="406"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headline at the top left, followed by a subheading on the right. The lower section of the slide is divided into two columns, each providing space for graphs, images, or charts. When inserting charts, the font is automatically set to Aptos. Please remember to change it to UCL Sans to ensure consistency.</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407" name="PlaceHolder 3"/>
          <p:cNvSpPr>
            <a:spLocks noGrp="1"/>
          </p:cNvSpPr>
          <p:nvPr>
            <p:ph type="sldNum" idx="25"/>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B01161A3-3F13-4D16-82B4-A01A85D1CEAC}"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6400" cy="3085920"/>
          </a:xfrm>
          <a:prstGeom prst="rect">
            <a:avLst/>
          </a:prstGeom>
          <a:ln w="0">
            <a:noFill/>
          </a:ln>
        </p:spPr>
      </p:sp>
      <p:sp>
        <p:nvSpPr>
          <p:cNvPr id="409"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full image with white logo</a:t>
            </a:r>
            <a:endParaRPr lang="en-GB" sz="1200" b="0" u="none" strike="noStrike">
              <a:solidFill>
                <a:srgbClr val="FFFFFF"/>
              </a:solidFill>
              <a:effectLst/>
              <a:uFillTx/>
              <a:latin typeface="Arial"/>
            </a:endParaRPr>
          </a:p>
        </p:txBody>
      </p:sp>
      <p:sp>
        <p:nvSpPr>
          <p:cNvPr id="410" name="PlaceHolder 3"/>
          <p:cNvSpPr>
            <a:spLocks noGrp="1"/>
          </p:cNvSpPr>
          <p:nvPr>
            <p:ph type="sldNum" idx="26"/>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1F166582-D8F6-41BE-A277-552E8DAF4046}"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6400" cy="3085920"/>
          </a:xfrm>
          <a:prstGeom prst="rect">
            <a:avLst/>
          </a:prstGeom>
          <a:ln w="0">
            <a:noFill/>
          </a:ln>
        </p:spPr>
      </p:sp>
      <p:sp>
        <p:nvSpPr>
          <p:cNvPr id="412"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headline at the top left, followed by a subheading on the right. The lower section of the is space for for graphs, images, charts or videos. When inserting charts, the font is automatically set to Aptos. Please remember to change it to UCL Sans to ensure consistency.</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413" name="PlaceHolder 3"/>
          <p:cNvSpPr>
            <a:spLocks noGrp="1"/>
          </p:cNvSpPr>
          <p:nvPr>
            <p:ph type="sldNum" idx="27"/>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76CD58F5-8B0A-456F-96F2-2496A874FB5F}"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6400" cy="3085920"/>
          </a:xfrm>
          <a:prstGeom prst="rect">
            <a:avLst/>
          </a:prstGeom>
          <a:ln w="0">
            <a:noFill/>
          </a:ln>
        </p:spPr>
      </p:sp>
      <p:sp>
        <p:nvSpPr>
          <p:cNvPr id="415"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headline at the top left, followed by a subheading on the right. The lower section of the is space for for graphs, images, charts or videos. When inserting charts, the font is automatically set to Aptos. Please remember to change it to UCL Sans to ensure consistency.</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416" name="PlaceHolder 3"/>
          <p:cNvSpPr>
            <a:spLocks noGrp="1"/>
          </p:cNvSpPr>
          <p:nvPr>
            <p:ph type="sldNum" idx="28"/>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E541CD0F-57A0-4190-94EC-FB0EE37C3A19}"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6400" cy="3085920"/>
          </a:xfrm>
          <a:prstGeom prst="rect">
            <a:avLst/>
          </a:prstGeom>
          <a:ln w="0">
            <a:noFill/>
          </a:ln>
        </p:spPr>
      </p:sp>
      <p:sp>
        <p:nvSpPr>
          <p:cNvPr id="418" name="PlaceHolder 2"/>
          <p:cNvSpPr>
            <a:spLocks noGrp="1"/>
          </p:cNvSpPr>
          <p:nvPr>
            <p:ph type="body"/>
          </p:nvPr>
        </p:nvSpPr>
        <p:spPr>
          <a:xfrm>
            <a:off x="685800" y="4400640"/>
            <a:ext cx="5486400" cy="3600360"/>
          </a:xfrm>
          <a:prstGeom prst="rect">
            <a:avLst/>
          </a:prstGeom>
          <a:noFill/>
          <a:ln w="19080">
            <a:noFill/>
          </a:ln>
        </p:spPr>
        <p:txBody>
          <a:bodyPr lIns="91440" tIns="45720" rIns="91440" bIns="45720" anchor="t">
            <a:noAutofit/>
          </a:bodyPr>
          <a:p>
            <a:pPr indent="0" algn="l">
              <a:lnSpc>
                <a:spcPct val="100000"/>
              </a:lnSpc>
              <a:buNone/>
            </a:pPr>
            <a:r>
              <a:rPr lang="en-GB" sz="1200" b="0" u="none" strike="noStrike">
                <a:solidFill>
                  <a:srgbClr val="000000"/>
                </a:solidFill>
                <a:effectLst/>
                <a:uFillTx/>
                <a:latin typeface="Aptos"/>
              </a:rPr>
              <a:t>Content slide with a headline at the top left, followed by 2 column bulleted text. </a:t>
            </a:r>
            <a:endParaRPr lang="en-GB" sz="1200" b="0" u="none" strike="noStrike">
              <a:solidFill>
                <a:srgbClr val="FFFFFF"/>
              </a:solidFill>
              <a:effectLst/>
              <a:uFillTx/>
              <a:latin typeface="Arial"/>
            </a:endParaRPr>
          </a:p>
          <a:p>
            <a:pPr indent="0" algn="l">
              <a:lnSpc>
                <a:spcPct val="100000"/>
              </a:lnSpc>
              <a:buNone/>
            </a:pPr>
            <a:endParaRPr lang="en-GB" sz="1200" b="0" u="none" strike="noStrike">
              <a:solidFill>
                <a:srgbClr val="FFFFFF"/>
              </a:solidFill>
              <a:effectLst/>
              <a:uFillTx/>
              <a:latin typeface="Arial"/>
            </a:endParaRPr>
          </a:p>
        </p:txBody>
      </p:sp>
      <p:sp>
        <p:nvSpPr>
          <p:cNvPr id="419" name="PlaceHolder 3"/>
          <p:cNvSpPr>
            <a:spLocks noGrp="1"/>
          </p:cNvSpPr>
          <p:nvPr>
            <p:ph type="sldNum" idx="29"/>
          </p:nvPr>
        </p:nvSpPr>
        <p:spPr>
          <a:xfrm>
            <a:off x="3884760" y="8685360"/>
            <a:ext cx="2971800" cy="4586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Aptos"/>
              </a:defRPr>
            </a:lvl1pPr>
          </a:lstStyle>
          <a:p>
            <a:pPr indent="0" algn="r">
              <a:lnSpc>
                <a:spcPct val="100000"/>
              </a:lnSpc>
              <a:buNone/>
            </a:pPr>
            <a:fld id="{EA5892FF-AE91-4CF4-9EF6-4BA6157ED2BE}" type="slidenum">
              <a:rPr lang="en-US" sz="1200" b="0" u="none" strike="noStrike">
                <a:solidFill>
                  <a:srgbClr val="000000"/>
                </a:solidFill>
                <a:effectLst/>
                <a:uFillTx/>
                <a:latin typeface="Aptos"/>
              </a:rPr>
              <a:t>&lt;number&gt;</a:t>
            </a:fld>
            <a:endParaRPr lang="en-GB" sz="1200" b="0" u="none" strike="noStrike">
              <a:solidFill>
                <a:srgbClr val="FFFFFF"/>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UCL-Slides-templates---Simple-them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600" cy="1325520"/>
          </a:xfrm>
          <a:prstGeom prst="rect">
            <a:avLst/>
          </a:prstGeom>
          <a:noFill/>
          <a:ln w="19080">
            <a:noFill/>
          </a:ln>
        </p:spPr>
        <p:txBody>
          <a:bodyPr lIns="91440" tIns="45720" rIns="91440" bIns="45720" anchor="ctr">
            <a:noAutofit/>
          </a:bodyPr>
          <a:lstStyle>
            <a:lvl1pPr indent="0" algn="l">
              <a:lnSpc>
                <a:spcPct val="90000"/>
              </a:lnSpc>
              <a:buNone/>
              <a:defRPr lang="en-GB" sz="4000" b="0" u="none" strike="noStrike">
                <a:solidFill>
                  <a:srgbClr val="000000"/>
                </a:solidFill>
                <a:effectLst/>
                <a:uFillTx/>
                <a:latin typeface="UCL Sans SemiBold"/>
              </a:defRPr>
            </a:lvl1pPr>
          </a:lstStyle>
          <a:p>
            <a:pPr indent="0" algn="l">
              <a:lnSpc>
                <a:spcPct val="90000"/>
              </a:lnSpc>
              <a:buNone/>
            </a:pPr>
            <a:r>
              <a:rPr lang="en-GB" sz="4000" b="0" u="none" strike="noStrike">
                <a:solidFill>
                  <a:srgbClr val="000000"/>
                </a:solidFill>
                <a:effectLst/>
                <a:uFillTx/>
                <a:latin typeface="UCL Sans SemiBold"/>
              </a:rPr>
              <a:t>Click to edit Master title style</a:t>
            </a:r>
            <a:endParaRPr lang="en-GB" sz="40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5600" cy="43513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en-GB" sz="2800" b="0" u="none" strike="noStrike">
                <a:solidFill>
                  <a:srgbClr val="000000"/>
                </a:solidFill>
                <a:effectLst/>
                <a:uFillTx/>
                <a:latin typeface="UCL Sans"/>
              </a:defRPr>
            </a:lvl1pPr>
            <a:lvl2pPr marL="685800" lvl="1" indent="-228600" algn="l">
              <a:lnSpc>
                <a:spcPct val="90000"/>
              </a:lnSpc>
              <a:spcBef>
                <a:spcPts val="499"/>
              </a:spcBef>
              <a:buClr>
                <a:srgbClr val="000000"/>
              </a:buClr>
              <a:buSzPct val="75000"/>
              <a:buFont typeface="Symbol" charset="2"/>
              <a:buChar char=""/>
              <a:defRPr lang="en-GB" sz="2400" b="0" u="none" strike="noStrike">
                <a:solidFill>
                  <a:srgbClr val="000000"/>
                </a:solidFill>
                <a:effectLst/>
                <a:uFillTx/>
                <a:latin typeface="UCL Sans"/>
              </a:defRPr>
            </a:lvl2pPr>
            <a:lvl3pPr marL="1143000" lvl="2" indent="-228600" algn="l">
              <a:lnSpc>
                <a:spcPct val="90000"/>
              </a:lnSpc>
              <a:spcBef>
                <a:spcPts val="499"/>
              </a:spcBef>
              <a:buClr>
                <a:srgbClr val="000000"/>
              </a:buClr>
              <a:buSzPct val="45000"/>
              <a:buFont typeface="Wingdings" charset="2"/>
              <a:buChar char=""/>
              <a:defRPr lang="en-GB" sz="2000" b="0" u="none" strike="noStrike">
                <a:solidFill>
                  <a:srgbClr val="000000"/>
                </a:solidFill>
                <a:effectLst/>
                <a:uFillTx/>
                <a:latin typeface="UCL Sans"/>
              </a:defRPr>
            </a:lvl3pPr>
            <a:lvl4pPr marL="1600200" lvl="3" indent="-228600" algn="l">
              <a:lnSpc>
                <a:spcPct val="90000"/>
              </a:lnSpc>
              <a:spcBef>
                <a:spcPts val="499"/>
              </a:spcBef>
              <a:buClr>
                <a:srgbClr val="000000"/>
              </a:buClr>
              <a:buSzPct val="75000"/>
              <a:buFont typeface="Symbol" charset="2"/>
              <a:buChar char=""/>
              <a:defRPr lang="en-GB" sz="1800" b="0" u="none" strike="noStrike">
                <a:solidFill>
                  <a:srgbClr val="000000"/>
                </a:solidFill>
                <a:effectLst/>
                <a:uFillTx/>
                <a:latin typeface="UCL Sans"/>
              </a:defRPr>
            </a:lvl4pPr>
            <a:lvl5pPr marL="2057400" lvl="4" indent="-228600" algn="l">
              <a:lnSpc>
                <a:spcPct val="90000"/>
              </a:lnSpc>
              <a:spcBef>
                <a:spcPts val="499"/>
              </a:spcBef>
              <a:buClr>
                <a:srgbClr val="000000"/>
              </a:buClr>
              <a:buSzPct val="45000"/>
              <a:buFont typeface="Wingdings" charset="2"/>
              <a:buChar char=""/>
              <a:defRPr lang="en-GB" sz="1800" b="0" u="none" strike="noStrike">
                <a:solidFill>
                  <a:srgbClr val="000000"/>
                </a:solidFill>
                <a:effectLst/>
                <a:uFillTx/>
                <a:latin typeface="UCL Sans"/>
              </a:defRPr>
            </a:lvl5pPr>
          </a:lstStyle>
          <a:p>
            <a:pPr marL="228600" indent="-228600" algn="l">
              <a:lnSpc>
                <a:spcPct val="90000"/>
              </a:lnSpc>
              <a:spcBef>
                <a:spcPts val="1001"/>
              </a:spcBef>
              <a:buClr>
                <a:srgbClr val="000000"/>
              </a:buClr>
              <a:buSzPct val="45000"/>
              <a:buFont typeface="Wingdings" charset="2"/>
              <a:buChar char=""/>
            </a:pPr>
            <a:r>
              <a:rPr lang="en-GB" sz="2800" b="0" u="none" strike="noStrike">
                <a:solidFill>
                  <a:srgbClr val="000000"/>
                </a:solidFill>
                <a:effectLst/>
                <a:uFillTx/>
                <a:latin typeface="UCL Sans"/>
              </a:rPr>
              <a:t>Click to edit Master text styles</a:t>
            </a:r>
            <a:endParaRPr lang="en-GB" sz="2800" b="0" u="none" strike="noStrike">
              <a:solidFill>
                <a:srgbClr val="000000"/>
              </a:solidFill>
              <a:effectLst/>
              <a:uFillTx/>
              <a:latin typeface="Arial"/>
            </a:endParaRPr>
          </a:p>
          <a:p>
            <a:pPr marL="685800" lvl="1" indent="-228600" algn="l">
              <a:lnSpc>
                <a:spcPct val="90000"/>
              </a:lnSpc>
              <a:spcBef>
                <a:spcPts val="499"/>
              </a:spcBef>
              <a:buClr>
                <a:srgbClr val="000000"/>
              </a:buClr>
              <a:buSzPct val="75000"/>
              <a:buFont typeface="Symbol" charset="2"/>
              <a:buChar char=""/>
            </a:pPr>
            <a:r>
              <a:rPr lang="en-GB" sz="2400" b="0" u="none" strike="noStrike">
                <a:solidFill>
                  <a:srgbClr val="000000"/>
                </a:solidFill>
                <a:effectLst/>
                <a:uFillTx/>
                <a:latin typeface="UCL Sans"/>
              </a:rPr>
              <a:t>Second level</a:t>
            </a:r>
            <a:endParaRPr lang="en-GB" sz="2400" b="0" u="none" strike="noStrike">
              <a:solidFill>
                <a:srgbClr val="000000"/>
              </a:solidFill>
              <a:effectLst/>
              <a:uFillTx/>
              <a:latin typeface="Arial"/>
            </a:endParaRPr>
          </a:p>
          <a:p>
            <a:pPr marL="1143000" lvl="2" indent="-228600" algn="l">
              <a:lnSpc>
                <a:spcPct val="90000"/>
              </a:lnSpc>
              <a:spcBef>
                <a:spcPts val="499"/>
              </a:spcBef>
              <a:buClr>
                <a:srgbClr val="000000"/>
              </a:buClr>
              <a:buSzPct val="45000"/>
              <a:buFont typeface="Wingdings" charset="2"/>
              <a:buChar char=""/>
            </a:pPr>
            <a:r>
              <a:rPr lang="en-GB" sz="2000" b="0" u="none" strike="noStrike">
                <a:solidFill>
                  <a:srgbClr val="000000"/>
                </a:solidFill>
                <a:effectLst/>
                <a:uFillTx/>
                <a:latin typeface="UCL Sans"/>
              </a:rPr>
              <a:t>Third level</a:t>
            </a:r>
            <a:endParaRPr lang="en-GB" sz="2000" b="0" u="none" strike="noStrike">
              <a:solidFill>
                <a:srgbClr val="000000"/>
              </a:solidFill>
              <a:effectLst/>
              <a:uFillTx/>
              <a:latin typeface="Arial"/>
            </a:endParaRPr>
          </a:p>
          <a:p>
            <a:pPr marL="1600200" lvl="3" indent="-228600" algn="l">
              <a:lnSpc>
                <a:spcPct val="90000"/>
              </a:lnSpc>
              <a:spcBef>
                <a:spcPts val="499"/>
              </a:spcBef>
              <a:buClr>
                <a:srgbClr val="000000"/>
              </a:buClr>
              <a:buSzPct val="75000"/>
              <a:buFont typeface="Symbol" charset="2"/>
              <a:buChar char=""/>
            </a:pPr>
            <a:r>
              <a:rPr lang="en-GB" sz="1800" b="0" u="none" strike="noStrike">
                <a:solidFill>
                  <a:srgbClr val="000000"/>
                </a:solidFill>
                <a:effectLst/>
                <a:uFillTx/>
                <a:latin typeface="UCL Sans"/>
              </a:rPr>
              <a:t>Fourth level</a:t>
            </a:r>
            <a:endParaRPr lang="en-GB" sz="1800" b="0" u="none" strike="noStrike">
              <a:solidFill>
                <a:srgbClr val="000000"/>
              </a:solidFill>
              <a:effectLst/>
              <a:uFillTx/>
              <a:latin typeface="Arial"/>
            </a:endParaRPr>
          </a:p>
          <a:p>
            <a:pPr marL="2057400" lvl="4" indent="-228600" algn="l">
              <a:lnSpc>
                <a:spcPct val="90000"/>
              </a:lnSpc>
              <a:spcBef>
                <a:spcPts val="499"/>
              </a:spcBef>
              <a:buClr>
                <a:srgbClr val="000000"/>
              </a:buClr>
              <a:buSzPct val="45000"/>
              <a:buFont typeface="Wingdings" charset="2"/>
              <a:buChar char=""/>
            </a:pPr>
            <a:r>
              <a:rPr lang="en-GB" sz="1800" b="0" u="none" strike="noStrike">
                <a:solidFill>
                  <a:srgbClr val="000000"/>
                </a:solidFill>
                <a:effectLst/>
                <a:uFillTx/>
                <a:latin typeface="UCL Sans"/>
              </a:rPr>
              <a:t>Fifth level</a:t>
            </a:r>
            <a:endParaRPr lang="en-GB" sz="18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1-cust-Simple_Title----2/3-line-heading-and-tex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lstStyle>
            <a:lvl1pPr indent="0" algn="l">
              <a:lnSpc>
                <a:spcPct val="100000"/>
              </a:lnSpc>
              <a:buNone/>
              <a:defRPr lang="en-GB" sz="4200" b="0" u="none" strike="noStrike">
                <a:solidFill>
                  <a:srgbClr val="FAFAFA"/>
                </a:solidFill>
                <a:effectLst/>
                <a:uFillTx/>
                <a:latin typeface="UCL Sans SemiBold"/>
              </a:defRPr>
            </a:lvl1pPr>
          </a:lstStyle>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000000"/>
              </a:solidFill>
              <a:effectLst/>
              <a:uFillTx/>
              <a:latin typeface="Arial"/>
            </a:endParaRPr>
          </a:p>
        </p:txBody>
      </p:sp>
      <p:sp>
        <p:nvSpPr>
          <p:cNvPr id="5" name="PlaceHolder 2"/>
          <p:cNvSpPr>
            <a:spLocks noGrp="1"/>
          </p:cNvSpPr>
          <p:nvPr>
            <p:ph type="body"/>
          </p:nvPr>
        </p:nvSpPr>
        <p:spPr>
          <a:xfrm>
            <a:off x="2303640" y="4473720"/>
            <a:ext cx="6486120" cy="361440"/>
          </a:xfrm>
          <a:prstGeom prst="rect">
            <a:avLst/>
          </a:prstGeom>
          <a:noFill/>
          <a:ln w="19080">
            <a:noFill/>
          </a:ln>
        </p:spPr>
        <p:txBody>
          <a:bodyPr lIns="0" tIns="0" rIns="0" bIns="0" anchor="t">
            <a:normAutofit lnSpcReduction="9999"/>
          </a:bodyPr>
          <a:lstStyle>
            <a:lvl1pPr algn="l">
              <a:lnSpc>
                <a:spcPct val="100000"/>
              </a:lnSpc>
              <a:buClr>
                <a:srgbClr val="000000"/>
              </a:buClr>
              <a:buSzPct val="45000"/>
              <a:buFont typeface="Wingdings" charset="2"/>
              <a:buChar char=""/>
              <a:defRPr lang="en-GB" sz="2400" b="0" u="none" strike="noStrike">
                <a:solidFill>
                  <a:srgbClr val="FAFAFA"/>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FAFAFA"/>
                </a:solidFill>
                <a:effectLst/>
                <a:uFillTx/>
                <a:latin typeface="UCL Sans"/>
              </a:rPr>
              <a:t>Names of Presenters, UCL Sans Regular 24pt</a:t>
            </a:r>
            <a:endParaRPr lang="en-GB" sz="2400" b="0" u="none" strike="noStrike">
              <a:solidFill>
                <a:srgbClr val="000000"/>
              </a:solidFill>
              <a:effectLst/>
              <a:uFillTx/>
              <a:latin typeface="Arial"/>
            </a:endParaRPr>
          </a:p>
        </p:txBody>
      </p:sp>
      <p:sp>
        <p:nvSpPr>
          <p:cNvPr id="6" name="Rectangle 3"/>
          <p:cNvSpPr/>
          <p:nvPr/>
        </p:nvSpPr>
        <p:spPr>
          <a:xfrm>
            <a:off x="0" y="0"/>
            <a:ext cx="13539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7" name="PlaceHolder 3"/>
          <p:cNvSpPr>
            <a:spLocks noGrp="1"/>
          </p:cNvSpPr>
          <p:nvPr>
            <p:ph type="body"/>
          </p:nvPr>
        </p:nvSpPr>
        <p:spPr>
          <a:xfrm>
            <a:off x="2303640" y="4981680"/>
            <a:ext cx="6486120" cy="36144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Date, UCL Sans Regular 18pt </a:t>
            </a:r>
            <a:endParaRPr lang="en-GB" sz="1800" b="0" u="none" strike="noStrike">
              <a:solidFill>
                <a:srgbClr val="000000"/>
              </a:solidFill>
              <a:effectLst/>
              <a:uFillTx/>
              <a:latin typeface="Arial"/>
            </a:endParaRPr>
          </a:p>
        </p:txBody>
      </p:sp>
      <p:pic>
        <p:nvPicPr>
          <p:cNvPr id="8" name="Picture 8" descr="UCL logo, University College London"/>
          <p:cNvPicPr/>
          <p:nvPr/>
        </p:nvPicPr>
        <p:blipFill>
          <a:blip r:embed="rId2"/>
          <a:stretch/>
        </p:blipFill>
        <p:spPr>
          <a:xfrm>
            <a:off x="8941320" y="5661360"/>
            <a:ext cx="2844720" cy="798480"/>
          </a:xfrm>
          <a:prstGeom prst="rect">
            <a:avLst/>
          </a:prstGeom>
          <a:noFill/>
          <a:ln w="1908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2-cust-Simple_Title-full-name-logo---2/3-line-heading-and-text">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lstStyle>
            <a:lvl1pPr indent="0" algn="l">
              <a:lnSpc>
                <a:spcPct val="100000"/>
              </a:lnSpc>
              <a:buNone/>
              <a:defRPr lang="en-GB" sz="4200" b="0" u="none" strike="noStrike">
                <a:solidFill>
                  <a:srgbClr val="FAFAFA"/>
                </a:solidFill>
                <a:effectLst/>
                <a:uFillTx/>
                <a:latin typeface="UCL Sans SemiBold"/>
              </a:defRPr>
            </a:lvl1pPr>
          </a:lstStyle>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000000"/>
              </a:solidFill>
              <a:effectLst/>
              <a:uFillTx/>
              <a:latin typeface="Arial"/>
            </a:endParaRPr>
          </a:p>
        </p:txBody>
      </p:sp>
      <p:sp>
        <p:nvSpPr>
          <p:cNvPr id="10" name="PlaceHolder 2"/>
          <p:cNvSpPr>
            <a:spLocks noGrp="1"/>
          </p:cNvSpPr>
          <p:nvPr>
            <p:ph type="body"/>
          </p:nvPr>
        </p:nvSpPr>
        <p:spPr>
          <a:xfrm>
            <a:off x="2303640" y="4473720"/>
            <a:ext cx="6486120" cy="361440"/>
          </a:xfrm>
          <a:prstGeom prst="rect">
            <a:avLst/>
          </a:prstGeom>
          <a:noFill/>
          <a:ln w="19080">
            <a:noFill/>
          </a:ln>
        </p:spPr>
        <p:txBody>
          <a:bodyPr lIns="0" tIns="0" rIns="0" bIns="0" anchor="t">
            <a:normAutofit lnSpcReduction="9999"/>
          </a:bodyPr>
          <a:lstStyle>
            <a:lvl1pPr algn="l">
              <a:lnSpc>
                <a:spcPct val="100000"/>
              </a:lnSpc>
              <a:buClr>
                <a:srgbClr val="000000"/>
              </a:buClr>
              <a:buSzPct val="45000"/>
              <a:buFont typeface="Wingdings" charset="2"/>
              <a:buChar char=""/>
              <a:defRPr lang="en-GB" sz="2400" b="0" u="none" strike="noStrike">
                <a:solidFill>
                  <a:srgbClr val="FAFAFA"/>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FAFAFA"/>
                </a:solidFill>
                <a:effectLst/>
                <a:uFillTx/>
                <a:latin typeface="UCL Sans"/>
              </a:rPr>
              <a:t>Names of Presenters, UCL Sans Regular 24pt</a:t>
            </a:r>
            <a:endParaRPr lang="en-GB" sz="2400" b="0" u="none" strike="noStrike">
              <a:solidFill>
                <a:srgbClr val="000000"/>
              </a:solidFill>
              <a:effectLst/>
              <a:uFillTx/>
              <a:latin typeface="Arial"/>
            </a:endParaRPr>
          </a:p>
        </p:txBody>
      </p:sp>
      <p:sp>
        <p:nvSpPr>
          <p:cNvPr id="11" name="Rectangle 3"/>
          <p:cNvSpPr/>
          <p:nvPr/>
        </p:nvSpPr>
        <p:spPr>
          <a:xfrm>
            <a:off x="0" y="0"/>
            <a:ext cx="13539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12" name="PlaceHolder 3"/>
          <p:cNvSpPr>
            <a:spLocks noGrp="1"/>
          </p:cNvSpPr>
          <p:nvPr>
            <p:ph type="body"/>
          </p:nvPr>
        </p:nvSpPr>
        <p:spPr>
          <a:xfrm>
            <a:off x="2303640" y="4981680"/>
            <a:ext cx="6486120" cy="36144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Date, UCL Sans Regular 18pt</a:t>
            </a:r>
            <a:endParaRPr lang="en-GB" sz="1800" b="0" u="none" strike="noStrike">
              <a:solidFill>
                <a:srgbClr val="000000"/>
              </a:solidFill>
              <a:effectLst/>
              <a:uFillTx/>
              <a:latin typeface="Arial"/>
            </a:endParaRPr>
          </a:p>
        </p:txBody>
      </p:sp>
      <p:pic>
        <p:nvPicPr>
          <p:cNvPr id="13" name="Picture 8" descr="UCL logo, University College London"/>
          <p:cNvPicPr/>
          <p:nvPr/>
        </p:nvPicPr>
        <p:blipFill>
          <a:blip r:embed="rId2"/>
          <a:stretch/>
        </p:blipFill>
        <p:spPr>
          <a:xfrm>
            <a:off x="8941320" y="5661360"/>
            <a:ext cx="2844720" cy="798480"/>
          </a:xfrm>
          <a:prstGeom prst="rect">
            <a:avLst/>
          </a:prstGeom>
          <a:noFill/>
          <a:ln w="1908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3-cust-Simple_Title----Faculty,-School-Department-2/3-line-heading-and-tex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lstStyle>
            <a:lvl1pPr indent="0" algn="l">
              <a:lnSpc>
                <a:spcPct val="100000"/>
              </a:lnSpc>
              <a:buNone/>
              <a:defRPr lang="en-GB" sz="4200" b="0" u="none" strike="noStrike">
                <a:solidFill>
                  <a:srgbClr val="FAFAFA"/>
                </a:solidFill>
                <a:effectLst/>
                <a:uFillTx/>
                <a:latin typeface="UCL Sans SemiBold"/>
              </a:defRPr>
            </a:lvl1pPr>
          </a:lstStyle>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000000"/>
              </a:solidFill>
              <a:effectLst/>
              <a:uFillTx/>
              <a:latin typeface="Arial"/>
            </a:endParaRPr>
          </a:p>
        </p:txBody>
      </p:sp>
      <p:sp>
        <p:nvSpPr>
          <p:cNvPr id="15" name="PlaceHolder 2"/>
          <p:cNvSpPr>
            <a:spLocks noGrp="1"/>
          </p:cNvSpPr>
          <p:nvPr>
            <p:ph type="body"/>
          </p:nvPr>
        </p:nvSpPr>
        <p:spPr>
          <a:xfrm>
            <a:off x="2303640" y="3627720"/>
            <a:ext cx="6486120" cy="361440"/>
          </a:xfrm>
          <a:prstGeom prst="rect">
            <a:avLst/>
          </a:prstGeom>
          <a:noFill/>
          <a:ln w="19080">
            <a:noFill/>
          </a:ln>
        </p:spPr>
        <p:txBody>
          <a:bodyPr lIns="0" tIns="0" rIns="0" bIns="0" anchor="t">
            <a:normAutofit lnSpcReduction="9999"/>
          </a:bodyPr>
          <a:lstStyle>
            <a:lvl1pPr algn="l">
              <a:lnSpc>
                <a:spcPct val="100000"/>
              </a:lnSpc>
              <a:buClr>
                <a:srgbClr val="000000"/>
              </a:buClr>
              <a:buSzPct val="45000"/>
              <a:buFont typeface="Wingdings" charset="2"/>
              <a:buChar char=""/>
              <a:defRPr lang="en-GB" sz="2400" b="0" u="none" strike="noStrike">
                <a:solidFill>
                  <a:srgbClr val="FAFAFA"/>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FAFAFA"/>
                </a:solidFill>
                <a:effectLst/>
                <a:uFillTx/>
                <a:latin typeface="UCL Sans"/>
              </a:rPr>
              <a:t>Names of Presenters, UCL Sans Regular 24pt</a:t>
            </a:r>
            <a:endParaRPr lang="en-GB" sz="2400" b="0" u="none" strike="noStrike">
              <a:solidFill>
                <a:srgbClr val="000000"/>
              </a:solidFill>
              <a:effectLst/>
              <a:uFillTx/>
              <a:latin typeface="Arial"/>
            </a:endParaRPr>
          </a:p>
        </p:txBody>
      </p:sp>
      <p:sp>
        <p:nvSpPr>
          <p:cNvPr id="16" name="PlaceHolder 3"/>
          <p:cNvSpPr>
            <a:spLocks noGrp="1"/>
          </p:cNvSpPr>
          <p:nvPr>
            <p:ph type="body"/>
          </p:nvPr>
        </p:nvSpPr>
        <p:spPr>
          <a:xfrm>
            <a:off x="2303640" y="4135680"/>
            <a:ext cx="6486120" cy="36144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Date, UCL Sans Regular 18pt</a:t>
            </a:r>
            <a:endParaRPr lang="en-GB" sz="1800" b="0" u="none" strike="noStrike">
              <a:solidFill>
                <a:srgbClr val="000000"/>
              </a:solidFill>
              <a:effectLst/>
              <a:uFillTx/>
              <a:latin typeface="Arial"/>
            </a:endParaRPr>
          </a:p>
        </p:txBody>
      </p:sp>
      <p:sp>
        <p:nvSpPr>
          <p:cNvPr id="17" name="PlaceHolder 4"/>
          <p:cNvSpPr>
            <a:spLocks noGrp="1"/>
          </p:cNvSpPr>
          <p:nvPr>
            <p:ph type="body"/>
          </p:nvPr>
        </p:nvSpPr>
        <p:spPr>
          <a:xfrm>
            <a:off x="2273760" y="5855040"/>
            <a:ext cx="6240960" cy="58284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vl2pPr indent="0" algn="l">
              <a:lnSpc>
                <a:spcPct val="100000"/>
              </a:lnSpc>
              <a:defRPr lang="en-GB" sz="1800" b="0" u="none" strike="noStrike">
                <a:solidFill>
                  <a:srgbClr val="FAFAFA"/>
                </a:solidFill>
                <a:effectLst/>
                <a:uFillTx/>
                <a:latin typeface="UCL Sans"/>
              </a:defRPr>
            </a:lvl2pPr>
          </a:lstStyle>
          <a:p>
            <a:pPr indent="0" algn="l">
              <a:lnSpc>
                <a:spcPct val="100000"/>
              </a:lnSpc>
            </a:pPr>
            <a:r>
              <a:rPr lang="en-GB" sz="1800" b="0" u="none" strike="noStrike">
                <a:solidFill>
                  <a:srgbClr val="FAFAFA"/>
                </a:solidFill>
                <a:effectLst/>
                <a:uFillTx/>
                <a:latin typeface="UCL Sans"/>
              </a:rPr>
              <a:t>Type in your faculty/department/unit name here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FAFAFA"/>
                </a:solidFill>
                <a:effectLst/>
                <a:uFillTx/>
                <a:latin typeface="UCL Sans"/>
              </a:rPr>
              <a:t>UCL Sans Regular 18pt</a:t>
            </a:r>
            <a:endParaRPr lang="en-GB" sz="1800" b="0" u="none" strike="noStrike">
              <a:solidFill>
                <a:srgbClr val="000000"/>
              </a:solidFill>
              <a:effectLst/>
              <a:uFillTx/>
              <a:latin typeface="Arial"/>
            </a:endParaRPr>
          </a:p>
        </p:txBody>
      </p:sp>
      <p:sp>
        <p:nvSpPr>
          <p:cNvPr id="18" name="Rectangle 3"/>
          <p:cNvSpPr/>
          <p:nvPr/>
        </p:nvSpPr>
        <p:spPr>
          <a:xfrm>
            <a:off x="0" y="0"/>
            <a:ext cx="13539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9" name="Picture 7" descr="UCL logo, University College London"/>
          <p:cNvPicPr/>
          <p:nvPr/>
        </p:nvPicPr>
        <p:blipFill>
          <a:blip r:embed="rId2"/>
          <a:stretch/>
        </p:blipFill>
        <p:spPr>
          <a:xfrm>
            <a:off x="8941320" y="5661360"/>
            <a:ext cx="2844720" cy="798480"/>
          </a:xfrm>
          <a:prstGeom prst="rect">
            <a:avLst/>
          </a:prstGeom>
          <a:noFill/>
          <a:ln w="1908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1-Layout3-cust-Simple_Title----Faculty,-School-Department-2/3-line-heading-and-tex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lstStyle>
            <a:lvl1pPr indent="0" algn="l">
              <a:lnSpc>
                <a:spcPct val="100000"/>
              </a:lnSpc>
              <a:buNone/>
              <a:defRPr lang="en-GB" sz="4200" b="0" u="none" strike="noStrike">
                <a:solidFill>
                  <a:srgbClr val="FAFAFA"/>
                </a:solidFill>
                <a:effectLst/>
                <a:uFillTx/>
                <a:latin typeface="UCL Sans SemiBold"/>
              </a:defRPr>
            </a:lvl1pPr>
          </a:lstStyle>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000000"/>
              </a:solidFill>
              <a:effectLst/>
              <a:uFillTx/>
              <a:latin typeface="Arial"/>
            </a:endParaRPr>
          </a:p>
        </p:txBody>
      </p:sp>
      <p:sp>
        <p:nvSpPr>
          <p:cNvPr id="15" name="PlaceHolder 2"/>
          <p:cNvSpPr>
            <a:spLocks noGrp="1"/>
          </p:cNvSpPr>
          <p:nvPr>
            <p:ph type="body"/>
          </p:nvPr>
        </p:nvSpPr>
        <p:spPr>
          <a:xfrm>
            <a:off x="2303640" y="3627720"/>
            <a:ext cx="6486120" cy="361440"/>
          </a:xfrm>
          <a:prstGeom prst="rect">
            <a:avLst/>
          </a:prstGeom>
          <a:noFill/>
          <a:ln w="19080">
            <a:noFill/>
          </a:ln>
        </p:spPr>
        <p:txBody>
          <a:bodyPr lIns="0" tIns="0" rIns="0" bIns="0" anchor="t">
            <a:normAutofit lnSpcReduction="9999"/>
          </a:bodyPr>
          <a:lstStyle>
            <a:lvl1pPr algn="l">
              <a:lnSpc>
                <a:spcPct val="100000"/>
              </a:lnSpc>
              <a:buClr>
                <a:srgbClr val="000000"/>
              </a:buClr>
              <a:buSzPct val="45000"/>
              <a:buFont typeface="Wingdings" charset="2"/>
              <a:buChar char=""/>
              <a:defRPr lang="en-GB" sz="2400" b="0" u="none" strike="noStrike">
                <a:solidFill>
                  <a:srgbClr val="FAFAFA"/>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FAFAFA"/>
                </a:solidFill>
                <a:effectLst/>
                <a:uFillTx/>
                <a:latin typeface="UCL Sans"/>
              </a:rPr>
              <a:t>Names of Presenters, UCL Sans Regular 24pt</a:t>
            </a:r>
            <a:endParaRPr lang="en-GB" sz="2400" b="0" u="none" strike="noStrike">
              <a:solidFill>
                <a:srgbClr val="000000"/>
              </a:solidFill>
              <a:effectLst/>
              <a:uFillTx/>
              <a:latin typeface="Arial"/>
            </a:endParaRPr>
          </a:p>
        </p:txBody>
      </p:sp>
      <p:sp>
        <p:nvSpPr>
          <p:cNvPr id="16" name="PlaceHolder 3"/>
          <p:cNvSpPr>
            <a:spLocks noGrp="1"/>
          </p:cNvSpPr>
          <p:nvPr>
            <p:ph type="body"/>
          </p:nvPr>
        </p:nvSpPr>
        <p:spPr>
          <a:xfrm>
            <a:off x="2303640" y="4135680"/>
            <a:ext cx="6486120" cy="36144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Date, UCL Sans Regular 18pt</a:t>
            </a:r>
            <a:endParaRPr lang="en-GB" sz="1800" b="0" u="none" strike="noStrike">
              <a:solidFill>
                <a:srgbClr val="000000"/>
              </a:solidFill>
              <a:effectLst/>
              <a:uFillTx/>
              <a:latin typeface="Arial"/>
            </a:endParaRPr>
          </a:p>
        </p:txBody>
      </p:sp>
      <p:sp>
        <p:nvSpPr>
          <p:cNvPr id="17" name="PlaceHolder 4"/>
          <p:cNvSpPr>
            <a:spLocks noGrp="1"/>
          </p:cNvSpPr>
          <p:nvPr>
            <p:ph type="body"/>
          </p:nvPr>
        </p:nvSpPr>
        <p:spPr>
          <a:xfrm>
            <a:off x="2273760" y="5855040"/>
            <a:ext cx="6240960" cy="58284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vl2pPr indent="0" algn="l">
              <a:lnSpc>
                <a:spcPct val="100000"/>
              </a:lnSpc>
              <a:defRPr lang="en-GB" sz="1800" b="0" u="none" strike="noStrike">
                <a:solidFill>
                  <a:srgbClr val="FAFAFA"/>
                </a:solidFill>
                <a:effectLst/>
                <a:uFillTx/>
                <a:latin typeface="UCL Sans"/>
              </a:defRPr>
            </a:lvl2pPr>
          </a:lstStyle>
          <a:p>
            <a:pPr indent="0" algn="l">
              <a:lnSpc>
                <a:spcPct val="100000"/>
              </a:lnSpc>
            </a:pPr>
            <a:r>
              <a:rPr lang="en-GB" sz="1800" b="0" u="none" strike="noStrike">
                <a:solidFill>
                  <a:srgbClr val="FAFAFA"/>
                </a:solidFill>
                <a:effectLst/>
                <a:uFillTx/>
                <a:latin typeface="UCL Sans"/>
              </a:rPr>
              <a:t>Type in your faculty/department/unit name here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FAFAFA"/>
                </a:solidFill>
                <a:effectLst/>
                <a:uFillTx/>
                <a:latin typeface="UCL Sans"/>
              </a:rPr>
              <a:t>UCL Sans Regular 18pt</a:t>
            </a:r>
            <a:endParaRPr lang="en-GB" sz="1800" b="0" u="none" strike="noStrike">
              <a:solidFill>
                <a:srgbClr val="000000"/>
              </a:solidFill>
              <a:effectLst/>
              <a:uFillTx/>
              <a:latin typeface="Arial"/>
            </a:endParaRPr>
          </a:p>
        </p:txBody>
      </p:sp>
      <p:sp>
        <p:nvSpPr>
          <p:cNvPr id="18" name="Rectangle 3"/>
          <p:cNvSpPr/>
          <p:nvPr/>
        </p:nvSpPr>
        <p:spPr>
          <a:xfrm>
            <a:off x="0" y="0"/>
            <a:ext cx="13539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24" name="Picture 7" descr="UCL logo, University College London"/>
          <p:cNvPicPr/>
          <p:nvPr/>
        </p:nvPicPr>
        <p:blipFill>
          <a:blip r:embed="rId2"/>
          <a:stretch/>
        </p:blipFill>
        <p:spPr>
          <a:xfrm>
            <a:off x="8941320" y="5661360"/>
            <a:ext cx="2844720" cy="798480"/>
          </a:xfrm>
          <a:prstGeom prst="rect">
            <a:avLst/>
          </a:prstGeom>
          <a:noFill/>
          <a:ln w="19080">
            <a:noFill/>
          </a:ln>
        </p:spPr>
      </p:pic>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4-cust-1_Simple_Title--2-3-line-heading-and-image">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1353960" y="2853000"/>
            <a:ext cx="10837800" cy="40050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sp>
        <p:nvSpPr>
          <p:cNvPr id="26" name="PlaceHolder 2"/>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lstStyle>
            <a:lvl1pPr indent="0" algn="l">
              <a:lnSpc>
                <a:spcPct val="100000"/>
              </a:lnSpc>
              <a:buNone/>
              <a:defRPr lang="en-GB" sz="4200" b="0" u="none" strike="noStrike">
                <a:solidFill>
                  <a:srgbClr val="FAFAFA"/>
                </a:solidFill>
                <a:effectLst/>
                <a:uFillTx/>
                <a:latin typeface="UCL Sans SemiBold"/>
              </a:defRPr>
            </a:lvl1pPr>
          </a:lstStyle>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000000"/>
              </a:solidFill>
              <a:effectLst/>
              <a:uFillTx/>
              <a:latin typeface="Arial"/>
            </a:endParaRPr>
          </a:p>
        </p:txBody>
      </p:sp>
      <p:sp>
        <p:nvSpPr>
          <p:cNvPr id="27" name="Rectangle 3"/>
          <p:cNvSpPr/>
          <p:nvPr/>
        </p:nvSpPr>
        <p:spPr>
          <a:xfrm>
            <a:off x="0" y="0"/>
            <a:ext cx="13539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28" name="Picture 6" descr="UCL logo, University College London"/>
          <p:cNvPicPr/>
          <p:nvPr/>
        </p:nvPicPr>
        <p:blipFill>
          <a:blip r:embed="rId2"/>
          <a:stretch/>
        </p:blipFill>
        <p:spPr>
          <a:xfrm>
            <a:off x="8937720" y="5653440"/>
            <a:ext cx="2843280" cy="798120"/>
          </a:xfrm>
          <a:prstGeom prst="rect">
            <a:avLst/>
          </a:prstGeom>
          <a:noFill/>
          <a:ln w="19080">
            <a:noFill/>
          </a:ln>
        </p:spPr>
      </p:pic>
      <p:sp>
        <p:nvSpPr>
          <p:cNvPr id="29" name="PlaceHolder 3"/>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4-cust-1_Simple_Title--2-3-line-heading-and-image">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1353960" y="2853000"/>
            <a:ext cx="10837800" cy="40050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sp>
        <p:nvSpPr>
          <p:cNvPr id="26" name="PlaceHolder 2"/>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lstStyle>
            <a:lvl1pPr indent="0" algn="l">
              <a:lnSpc>
                <a:spcPct val="100000"/>
              </a:lnSpc>
              <a:buNone/>
              <a:defRPr lang="en-GB" sz="4200" b="0" u="none" strike="noStrike">
                <a:solidFill>
                  <a:srgbClr val="FAFAFA"/>
                </a:solidFill>
                <a:effectLst/>
                <a:uFillTx/>
                <a:latin typeface="UCL Sans SemiBold"/>
              </a:defRPr>
            </a:lvl1pPr>
          </a:lstStyle>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000000"/>
              </a:solidFill>
              <a:effectLst/>
              <a:uFillTx/>
              <a:latin typeface="Arial"/>
            </a:endParaRPr>
          </a:p>
        </p:txBody>
      </p:sp>
      <p:sp>
        <p:nvSpPr>
          <p:cNvPr id="27" name="Rectangle 3"/>
          <p:cNvSpPr/>
          <p:nvPr/>
        </p:nvSpPr>
        <p:spPr>
          <a:xfrm>
            <a:off x="0" y="0"/>
            <a:ext cx="13539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32" name="Picture 6" descr="UCL logo, University College London"/>
          <p:cNvPicPr/>
          <p:nvPr/>
        </p:nvPicPr>
        <p:blipFill>
          <a:blip r:embed="rId2"/>
          <a:stretch/>
        </p:blipFill>
        <p:spPr>
          <a:xfrm>
            <a:off x="8937720" y="5653440"/>
            <a:ext cx="2843280" cy="798120"/>
          </a:xfrm>
          <a:prstGeom prst="rect">
            <a:avLst/>
          </a:prstGeom>
          <a:noFill/>
          <a:ln w="19080">
            <a:noFill/>
          </a:ln>
        </p:spPr>
      </p:pic>
      <p:sp>
        <p:nvSpPr>
          <p:cNvPr id="29" name="PlaceHolder 3"/>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5-cust-Simple_Divider1-–-1-column-title,-subheading,-text">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0968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Divider section Title UCL Sans SemiBold 36pt</a:t>
            </a:r>
            <a:endParaRPr lang="en-GB" sz="3600" b="0" u="none" strike="noStrike">
              <a:solidFill>
                <a:srgbClr val="000000"/>
              </a:solidFill>
              <a:effectLst/>
              <a:uFillTx/>
              <a:latin typeface="Arial"/>
            </a:endParaRPr>
          </a:p>
        </p:txBody>
      </p:sp>
      <p:sp>
        <p:nvSpPr>
          <p:cNvPr id="35" name="PlaceHolder 2"/>
          <p:cNvSpPr>
            <a:spLocks noGrp="1"/>
          </p:cNvSpPr>
          <p:nvPr>
            <p:ph type="body"/>
          </p:nvPr>
        </p:nvSpPr>
        <p:spPr>
          <a:xfrm>
            <a:off x="409680" y="2422440"/>
            <a:ext cx="375768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Subheading, UCL Sans Regular 24pt</a:t>
            </a:r>
            <a:endParaRPr lang="en-GB" sz="2400" b="0" u="none" strike="noStrike">
              <a:solidFill>
                <a:srgbClr val="000000"/>
              </a:solidFill>
              <a:effectLst/>
              <a:uFillTx/>
              <a:latin typeface="Arial"/>
            </a:endParaRPr>
          </a:p>
        </p:txBody>
      </p:sp>
      <p:sp>
        <p:nvSpPr>
          <p:cNvPr id="36" name="PlaceHolder 3"/>
          <p:cNvSpPr>
            <a:spLocks noGrp="1"/>
          </p:cNvSpPr>
          <p:nvPr>
            <p:ph type="body"/>
          </p:nvPr>
        </p:nvSpPr>
        <p:spPr>
          <a:xfrm>
            <a:off x="409680" y="4510440"/>
            <a:ext cx="3757680" cy="93492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37" name="PlaceHolder 4"/>
          <p:cNvSpPr>
            <a:spLocks noGrp="1"/>
          </p:cNvSpPr>
          <p:nvPr>
            <p:ph type="title"/>
          </p:nvPr>
        </p:nvSpPr>
        <p:spPr>
          <a:xfrm>
            <a:off x="5145120" y="20160"/>
            <a:ext cx="4738680" cy="68580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pic>
        <p:nvPicPr>
          <p:cNvPr id="38" name="Picture 2"/>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1-Layout5-cust-Simple_Divider1-–-1-column-title,-subheading,-text">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0968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Divider section Title UCL Sans SemiBold 36pt</a:t>
            </a:r>
            <a:endParaRPr lang="en-GB" sz="3600" b="0" u="none" strike="noStrike">
              <a:solidFill>
                <a:srgbClr val="000000"/>
              </a:solidFill>
              <a:effectLst/>
              <a:uFillTx/>
              <a:latin typeface="Arial"/>
            </a:endParaRPr>
          </a:p>
        </p:txBody>
      </p:sp>
      <p:sp>
        <p:nvSpPr>
          <p:cNvPr id="35" name="PlaceHolder 2"/>
          <p:cNvSpPr>
            <a:spLocks noGrp="1"/>
          </p:cNvSpPr>
          <p:nvPr>
            <p:ph type="body"/>
          </p:nvPr>
        </p:nvSpPr>
        <p:spPr>
          <a:xfrm>
            <a:off x="409680" y="2422440"/>
            <a:ext cx="375768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Subheading, UCL Sans Regular 24pt</a:t>
            </a:r>
            <a:endParaRPr lang="en-GB" sz="2400" b="0" u="none" strike="noStrike">
              <a:solidFill>
                <a:srgbClr val="000000"/>
              </a:solidFill>
              <a:effectLst/>
              <a:uFillTx/>
              <a:latin typeface="Arial"/>
            </a:endParaRPr>
          </a:p>
        </p:txBody>
      </p:sp>
      <p:sp>
        <p:nvSpPr>
          <p:cNvPr id="36" name="PlaceHolder 3"/>
          <p:cNvSpPr>
            <a:spLocks noGrp="1"/>
          </p:cNvSpPr>
          <p:nvPr>
            <p:ph type="body"/>
          </p:nvPr>
        </p:nvSpPr>
        <p:spPr>
          <a:xfrm>
            <a:off x="409680" y="4510440"/>
            <a:ext cx="3757680" cy="93492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37" name="PlaceHolder 4"/>
          <p:cNvSpPr>
            <a:spLocks noGrp="1"/>
          </p:cNvSpPr>
          <p:nvPr>
            <p:ph type="title"/>
          </p:nvPr>
        </p:nvSpPr>
        <p:spPr>
          <a:xfrm>
            <a:off x="5145120" y="20160"/>
            <a:ext cx="4738680" cy="68580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pic>
        <p:nvPicPr>
          <p:cNvPr id="43" name="Picture 2"/>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6-cust-1_Simple_Divider2-–-1-column-title,-subheading,-text">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573588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Divider section Title UCL Sans SemiBold 36pt</a:t>
            </a:r>
            <a:endParaRPr lang="en-GB" sz="3600" b="0" u="none" strike="noStrike">
              <a:solidFill>
                <a:srgbClr val="000000"/>
              </a:solidFill>
              <a:effectLst/>
              <a:uFillTx/>
              <a:latin typeface="Arial"/>
            </a:endParaRPr>
          </a:p>
        </p:txBody>
      </p:sp>
      <p:sp>
        <p:nvSpPr>
          <p:cNvPr id="45" name="PlaceHolder 2"/>
          <p:cNvSpPr>
            <a:spLocks noGrp="1"/>
          </p:cNvSpPr>
          <p:nvPr>
            <p:ph type="body"/>
          </p:nvPr>
        </p:nvSpPr>
        <p:spPr>
          <a:xfrm>
            <a:off x="5735880" y="2422440"/>
            <a:ext cx="375768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Subheading, UCL Sans Regular 24pt</a:t>
            </a:r>
            <a:endParaRPr lang="en-GB" sz="2400" b="0" u="none" strike="noStrike">
              <a:solidFill>
                <a:srgbClr val="000000"/>
              </a:solidFill>
              <a:effectLst/>
              <a:uFillTx/>
              <a:latin typeface="Arial"/>
            </a:endParaRPr>
          </a:p>
        </p:txBody>
      </p:sp>
      <p:sp>
        <p:nvSpPr>
          <p:cNvPr id="46" name="PlaceHolder 3"/>
          <p:cNvSpPr>
            <a:spLocks noGrp="1"/>
          </p:cNvSpPr>
          <p:nvPr>
            <p:ph type="body"/>
          </p:nvPr>
        </p:nvSpPr>
        <p:spPr>
          <a:xfrm>
            <a:off x="5735880" y="4510440"/>
            <a:ext cx="3757680" cy="93492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47" name="PlaceHolder 4"/>
          <p:cNvSpPr>
            <a:spLocks noGrp="1"/>
          </p:cNvSpPr>
          <p:nvPr>
            <p:ph type="title"/>
          </p:nvPr>
        </p:nvSpPr>
        <p:spPr>
          <a:xfrm>
            <a:off x="0" y="20160"/>
            <a:ext cx="4738680" cy="68580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pic>
        <p:nvPicPr>
          <p:cNvPr id="48" name="Picture 2"/>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1-Layout6-cust-1_Simple_Divider2-–-1-column-title,-subheading,-text">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573588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Divider section Title UCL Sans SemiBold 36pt</a:t>
            </a:r>
            <a:endParaRPr lang="en-GB" sz="3600" b="0" u="none" strike="noStrike">
              <a:solidFill>
                <a:srgbClr val="000000"/>
              </a:solidFill>
              <a:effectLst/>
              <a:uFillTx/>
              <a:latin typeface="Arial"/>
            </a:endParaRPr>
          </a:p>
        </p:txBody>
      </p:sp>
      <p:sp>
        <p:nvSpPr>
          <p:cNvPr id="45" name="PlaceHolder 2"/>
          <p:cNvSpPr>
            <a:spLocks noGrp="1"/>
          </p:cNvSpPr>
          <p:nvPr>
            <p:ph type="body"/>
          </p:nvPr>
        </p:nvSpPr>
        <p:spPr>
          <a:xfrm>
            <a:off x="5735880" y="2422440"/>
            <a:ext cx="375768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Subheading, UCL Sans Regular 24pt</a:t>
            </a:r>
            <a:endParaRPr lang="en-GB" sz="2400" b="0" u="none" strike="noStrike">
              <a:solidFill>
                <a:srgbClr val="000000"/>
              </a:solidFill>
              <a:effectLst/>
              <a:uFillTx/>
              <a:latin typeface="Arial"/>
            </a:endParaRPr>
          </a:p>
        </p:txBody>
      </p:sp>
      <p:sp>
        <p:nvSpPr>
          <p:cNvPr id="46" name="PlaceHolder 3"/>
          <p:cNvSpPr>
            <a:spLocks noGrp="1"/>
          </p:cNvSpPr>
          <p:nvPr>
            <p:ph type="body"/>
          </p:nvPr>
        </p:nvSpPr>
        <p:spPr>
          <a:xfrm>
            <a:off x="5735880" y="4510440"/>
            <a:ext cx="3757680" cy="93492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47" name="PlaceHolder 4"/>
          <p:cNvSpPr>
            <a:spLocks noGrp="1"/>
          </p:cNvSpPr>
          <p:nvPr>
            <p:ph type="title"/>
          </p:nvPr>
        </p:nvSpPr>
        <p:spPr>
          <a:xfrm>
            <a:off x="0" y="20160"/>
            <a:ext cx="4738680" cy="68580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pic>
        <p:nvPicPr>
          <p:cNvPr id="53" name="Picture 2"/>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7-cust-Simple_Content-–-1-column-title-subheading,-charts,-images,-graphs">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09680" y="409680"/>
            <a:ext cx="758376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55" name="PlaceHolder 2"/>
          <p:cNvSpPr>
            <a:spLocks noGrp="1"/>
          </p:cNvSpPr>
          <p:nvPr>
            <p:ph type="title"/>
          </p:nvPr>
        </p:nvSpPr>
        <p:spPr>
          <a:xfrm>
            <a:off x="418680" y="1917000"/>
            <a:ext cx="7572960" cy="37587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 videos</a:t>
            </a:r>
            <a:endParaRPr lang="en-GB" sz="1800" b="0" u="none" strike="noStrike">
              <a:solidFill>
                <a:srgbClr val="000000"/>
              </a:solidFill>
              <a:effectLst/>
              <a:uFillTx/>
              <a:latin typeface="Arial"/>
            </a:endParaRPr>
          </a:p>
        </p:txBody>
      </p:sp>
      <p:pic>
        <p:nvPicPr>
          <p:cNvPr id="56" name="Picture 6"/>
          <p:cNvPicPr/>
          <p:nvPr/>
        </p:nvPicPr>
        <p:blipFill>
          <a:blip r:embed="rId2"/>
          <a:stretch/>
        </p:blipFill>
        <p:spPr>
          <a:xfrm>
            <a:off x="10364400" y="6060600"/>
            <a:ext cx="1421640" cy="398880"/>
          </a:xfrm>
          <a:prstGeom prst="rect">
            <a:avLst/>
          </a:prstGeom>
          <a:noFill/>
          <a:ln w="19080">
            <a:noFill/>
          </a:ln>
        </p:spPr>
      </p:pic>
      <p:sp>
        <p:nvSpPr>
          <p:cNvPr id="57" name="PlaceHolder 3"/>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Master1-Layout7-cust-Simple_Content-–-1-column-title-subheading,-charts,-images,-graphs">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09680" y="409680"/>
            <a:ext cx="758376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55" name="PlaceHolder 2"/>
          <p:cNvSpPr>
            <a:spLocks noGrp="1"/>
          </p:cNvSpPr>
          <p:nvPr>
            <p:ph type="title"/>
          </p:nvPr>
        </p:nvSpPr>
        <p:spPr>
          <a:xfrm>
            <a:off x="418680" y="1917000"/>
            <a:ext cx="7572960" cy="37587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 videos</a:t>
            </a:r>
            <a:endParaRPr lang="en-GB" sz="1800" b="0" u="none" strike="noStrike">
              <a:solidFill>
                <a:srgbClr val="000000"/>
              </a:solidFill>
              <a:effectLst/>
              <a:uFillTx/>
              <a:latin typeface="Arial"/>
            </a:endParaRPr>
          </a:p>
        </p:txBody>
      </p:sp>
      <p:pic>
        <p:nvPicPr>
          <p:cNvPr id="60" name="Picture 6"/>
          <p:cNvPicPr/>
          <p:nvPr/>
        </p:nvPicPr>
        <p:blipFill>
          <a:blip r:embed="rId2"/>
          <a:stretch/>
        </p:blipFill>
        <p:spPr>
          <a:xfrm>
            <a:off x="10364400" y="6060600"/>
            <a:ext cx="1421640" cy="398880"/>
          </a:xfrm>
          <a:prstGeom prst="rect">
            <a:avLst/>
          </a:prstGeom>
          <a:noFill/>
          <a:ln w="19080">
            <a:noFill/>
          </a:ln>
        </p:spPr>
      </p:pic>
      <p:sp>
        <p:nvSpPr>
          <p:cNvPr id="57" name="PlaceHolder 3"/>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8-cust-Simple_Content-–-2-column-title-subheading-charts,-images,-graphs">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body"/>
          </p:nvPr>
        </p:nvSpPr>
        <p:spPr>
          <a:xfrm>
            <a:off x="409680" y="421200"/>
            <a:ext cx="4735440" cy="1560960"/>
          </a:xfrm>
          <a:prstGeom prst="rect">
            <a:avLst/>
          </a:prstGeom>
          <a:noFill/>
          <a:ln w="19080">
            <a:noFill/>
          </a:ln>
        </p:spPr>
        <p:txBody>
          <a:bodyPr lIns="91440" tIns="45720" rIns="91440" bIns="45720" anchor="t">
            <a:normAutofit fontScale="85000" lnSpcReduction="19999"/>
          </a:bodyPr>
          <a:lstStyle>
            <a:lvl1pPr algn="l">
              <a:lnSpc>
                <a:spcPct val="100000"/>
              </a:lnSpc>
              <a:buClr>
                <a:srgbClr val="000000"/>
              </a:buClr>
              <a:buSzPct val="45000"/>
              <a:buFont typeface="Wingdings" charset="2"/>
              <a:buChar char=""/>
              <a:defRPr lang="en-GB" sz="3600" b="1" u="none" strike="noStrike">
                <a:solidFill>
                  <a:srgbClr val="3A1857"/>
                </a:solidFill>
                <a:effectLst/>
                <a:uFillTx/>
                <a:latin typeface="UCL Sans SemiBold"/>
              </a:defRPr>
            </a:lvl1pPr>
            <a:lvl2pPr lvl="1" algn="l">
              <a:lnSpc>
                <a:spcPct val="100000"/>
              </a:lnSpc>
              <a:spcBef>
                <a:spcPts val="1134"/>
              </a:spcBef>
              <a:buClr>
                <a:srgbClr val="000000"/>
              </a:buClr>
              <a:buSzPct val="75000"/>
              <a:buFont typeface="Symbol" charset="2"/>
              <a:buChar char=""/>
              <a:defRPr lang="en-GB" sz="3600" b="1" u="none" strike="noStrike">
                <a:solidFill>
                  <a:srgbClr val="3A1857"/>
                </a:solidFill>
                <a:effectLst/>
                <a:uFillTx/>
                <a:latin typeface="UCL Sans SemiBold"/>
              </a:defRPr>
            </a:lvl2pPr>
            <a:lvl3pPr lvl="2" algn="l">
              <a:lnSpc>
                <a:spcPct val="100000"/>
              </a:lnSpc>
              <a:spcBef>
                <a:spcPts val="850"/>
              </a:spcBef>
              <a:buClr>
                <a:srgbClr val="000000"/>
              </a:buClr>
              <a:buSzPct val="45000"/>
              <a:buFont typeface="Wingdings" charset="2"/>
              <a:buChar char=""/>
              <a:defRPr lang="en-GB" sz="3600" b="1" u="none" strike="noStrike">
                <a:solidFill>
                  <a:srgbClr val="3A1857"/>
                </a:solidFill>
                <a:effectLst/>
                <a:uFillTx/>
                <a:latin typeface="UCL Sans SemiBold"/>
              </a:defRPr>
            </a:lvl3pPr>
          </a:lstStyle>
          <a:p>
            <a:pPr marL="432000" indent="-324000" algn="l">
              <a:lnSpc>
                <a:spcPct val="100000"/>
              </a:lnSpc>
              <a:buClr>
                <a:srgbClr val="000000"/>
              </a:buClr>
              <a:buSzPct val="45000"/>
              <a:buFont typeface="Wingdings" charset="2"/>
              <a:buChar char=""/>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3600" b="1" u="none" strike="noStrike">
                <a:solidFill>
                  <a:srgbClr val="3A1857"/>
                </a:solidFill>
                <a:effectLst/>
                <a:uFillTx/>
                <a:latin typeface="UCL Sans SemiBold"/>
              </a:rPr>
              <a:t>UCL Sans </a:t>
            </a:r>
            <a:endParaRPr lang="en-GB" sz="36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GB" sz="3600" b="1" u="none" strike="noStrike">
                <a:solidFill>
                  <a:srgbClr val="3A1857"/>
                </a:solidFill>
                <a:effectLst/>
                <a:uFillTx/>
                <a:latin typeface="UCL Sans SemiBold"/>
              </a:rPr>
              <a:t>SemiBold 36pt</a:t>
            </a:r>
            <a:endParaRPr lang="en-GB" sz="3600" b="0" u="none" strike="noStrike">
              <a:solidFill>
                <a:srgbClr val="000000"/>
              </a:solidFill>
              <a:effectLst/>
              <a:uFillTx/>
              <a:latin typeface="Arial"/>
            </a:endParaRPr>
          </a:p>
        </p:txBody>
      </p:sp>
      <p:sp>
        <p:nvSpPr>
          <p:cNvPr id="63" name="PlaceHolder 2"/>
          <p:cNvSpPr>
            <a:spLocks noGrp="1"/>
          </p:cNvSpPr>
          <p:nvPr>
            <p:ph type="body"/>
          </p:nvPr>
        </p:nvSpPr>
        <p:spPr>
          <a:xfrm>
            <a:off x="6095880" y="419040"/>
            <a:ext cx="5684760" cy="1128600"/>
          </a:xfrm>
          <a:prstGeom prst="rect">
            <a:avLst/>
          </a:prstGeom>
          <a:noFill/>
          <a:ln w="19080">
            <a:noFill/>
          </a:ln>
        </p:spPr>
        <p:txBody>
          <a:bodyPr lIns="91440" tIns="45720" rIns="91440" bIns="45720" anchor="t">
            <a:normAutofit/>
          </a:bodyPr>
          <a:lstStyle>
            <a:lvl1pPr indent="0" algn="l">
              <a:lnSpc>
                <a:spcPct val="100000"/>
              </a:lnSpc>
              <a:defRPr lang="en-GB" sz="2400" b="0" u="none" strike="noStrike">
                <a:solidFill>
                  <a:srgbClr val="000000"/>
                </a:solidFill>
                <a:effectLst/>
                <a:uFillTx/>
                <a:latin typeface="UCL Sans"/>
              </a:defRPr>
            </a:lvl1pPr>
            <a:lvl2pPr indent="0" algn="l">
              <a:lnSpc>
                <a:spcPct val="100000"/>
              </a:lnSpc>
              <a:defRPr lang="en-GB" sz="2400" b="0" u="none" strike="noStrike">
                <a:solidFill>
                  <a:srgbClr val="000000"/>
                </a:solidFill>
                <a:effectLst/>
                <a:uFillTx/>
                <a:latin typeface="UCL Sans"/>
              </a:defRPr>
            </a:lvl2pPr>
          </a:lstStyle>
          <a:p>
            <a:pPr indent="0" algn="l">
              <a:lnSpc>
                <a:spcPct val="100000"/>
              </a:lnSpc>
            </a:pPr>
            <a:r>
              <a:rPr lang="en-GB" sz="2400" b="0" u="none" strike="noStrike">
                <a:solidFill>
                  <a:srgbClr val="000000"/>
                </a:solidFill>
                <a:effectLst/>
                <a:uFillTx/>
                <a:latin typeface="UCL Sans"/>
              </a:rPr>
              <a:t>Subheading text style,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000000"/>
                </a:solidFill>
                <a:effectLst/>
                <a:uFillTx/>
                <a:latin typeface="UCL Sans"/>
              </a:rPr>
              <a:t>UCL Sans regular 24pt</a:t>
            </a:r>
            <a:endParaRPr lang="en-GB" sz="2400" b="0" u="none" strike="noStrike">
              <a:solidFill>
                <a:srgbClr val="000000"/>
              </a:solidFill>
              <a:effectLst/>
              <a:uFillTx/>
              <a:latin typeface="Arial"/>
            </a:endParaRPr>
          </a:p>
        </p:txBody>
      </p:sp>
      <p:sp>
        <p:nvSpPr>
          <p:cNvPr id="64" name="PlaceHolder 3"/>
          <p:cNvSpPr>
            <a:spLocks noGrp="1"/>
          </p:cNvSpPr>
          <p:nvPr>
            <p:ph type="title"/>
          </p:nvPr>
        </p:nvSpPr>
        <p:spPr>
          <a:xfrm>
            <a:off x="446040" y="2422440"/>
            <a:ext cx="4686480" cy="30225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a:t>
            </a:r>
            <a:endParaRPr lang="en-GB" sz="1800" b="0" u="none" strike="noStrike">
              <a:solidFill>
                <a:srgbClr val="000000"/>
              </a:solidFill>
              <a:effectLst/>
              <a:uFillTx/>
              <a:latin typeface="Arial"/>
            </a:endParaRPr>
          </a:p>
        </p:txBody>
      </p:sp>
      <p:sp>
        <p:nvSpPr>
          <p:cNvPr id="65" name="PlaceHolder 4"/>
          <p:cNvSpPr>
            <a:spLocks noGrp="1"/>
          </p:cNvSpPr>
          <p:nvPr>
            <p:ph type="title"/>
          </p:nvPr>
        </p:nvSpPr>
        <p:spPr>
          <a:xfrm>
            <a:off x="6095880" y="2422440"/>
            <a:ext cx="5649840" cy="30225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a:t>
            </a:r>
            <a:endParaRPr lang="en-GB" sz="1800" b="0" u="none" strike="noStrike">
              <a:solidFill>
                <a:srgbClr val="000000"/>
              </a:solidFill>
              <a:effectLst/>
              <a:uFillTx/>
              <a:latin typeface="Arial"/>
            </a:endParaRPr>
          </a:p>
          <a:p>
            <a:pPr marL="228600" indent="-228600" algn="l">
              <a:lnSpc>
                <a:spcPct val="90000"/>
              </a:lnSpc>
              <a:spcBef>
                <a:spcPts val="1001"/>
              </a:spcBef>
              <a:buNone/>
            </a:pPr>
            <a:endParaRPr lang="en-GB" sz="1800" b="0" u="none" strike="noStrike">
              <a:solidFill>
                <a:srgbClr val="000000"/>
              </a:solidFill>
              <a:effectLst/>
              <a:uFillTx/>
              <a:latin typeface="Arial"/>
            </a:endParaRPr>
          </a:p>
        </p:txBody>
      </p:sp>
      <p:pic>
        <p:nvPicPr>
          <p:cNvPr id="66" name="Picture 3"/>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9-cust-Simple_Content-–-1-column-title-and-text">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431640" y="409680"/>
            <a:ext cx="755064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68" name="PlaceHolder 2"/>
          <p:cNvSpPr>
            <a:spLocks noGrp="1"/>
          </p:cNvSpPr>
          <p:nvPr>
            <p:ph type="body"/>
          </p:nvPr>
        </p:nvSpPr>
        <p:spPr>
          <a:xfrm>
            <a:off x="440640" y="1917000"/>
            <a:ext cx="7550640" cy="3528360"/>
          </a:xfrm>
          <a:prstGeom prst="rect">
            <a:avLst/>
          </a:prstGeom>
          <a:noFill/>
          <a:ln w="19080">
            <a:noFill/>
          </a:ln>
        </p:spPr>
        <p:txBody>
          <a:bodyPr lIns="91440" tIns="45720" rIns="91440" bIns="45720" anchor="t">
            <a:normAutofit/>
          </a:bodyPr>
          <a:lstStyle>
            <a:lvl1pPr indent="-228600" algn="l">
              <a:lnSpc>
                <a:spcPct val="100000"/>
              </a:lnSpc>
              <a:spcBef>
                <a:spcPts val="1001"/>
              </a:spcBef>
              <a:buClr>
                <a:srgbClr val="000000"/>
              </a:buClr>
              <a:buSzPct val="45000"/>
              <a:buFont typeface="Wingdings" charset="2"/>
              <a:buChar char=""/>
              <a:defRPr lang="en-GB" sz="1800" b="0" u="none" strike="noStrike">
                <a:solidFill>
                  <a:srgbClr val="000000"/>
                </a:solidFill>
                <a:effectLst/>
                <a:uFillTx/>
                <a:latin typeface="UCL Sans"/>
              </a:defRPr>
            </a:lvl1pPr>
          </a:lstStyle>
          <a:p>
            <a:pPr marL="432000" indent="-324000" algn="l">
              <a:lnSpc>
                <a:spcPct val="100000"/>
              </a:lnSpc>
              <a:spcBef>
                <a:spcPts val="1001"/>
              </a:spcBef>
              <a:buClr>
                <a:srgbClr val="000000"/>
              </a:buClr>
              <a:buSzPct val="45000"/>
              <a:buFont typeface="Wingdings" charset="2"/>
              <a:buChar char=""/>
            </a:pPr>
            <a:r>
              <a:rPr lang="en-GB" sz="1800" b="0" u="none" strike="noStrike">
                <a:solidFill>
                  <a:srgbClr val="000000"/>
                </a:solidFill>
                <a:effectLst/>
                <a:uFillTx/>
                <a:latin typeface="UCL Sans"/>
              </a:rPr>
              <a:t>Body text, UCL Sans Regular 18pt</a:t>
            </a:r>
            <a:endParaRPr lang="en-GB" sz="1800" b="0" u="none" strike="noStrike">
              <a:solidFill>
                <a:srgbClr val="000000"/>
              </a:solidFill>
              <a:effectLst/>
              <a:uFillTx/>
              <a:latin typeface="Arial"/>
            </a:endParaRPr>
          </a:p>
        </p:txBody>
      </p:sp>
      <p:pic>
        <p:nvPicPr>
          <p:cNvPr id="72" name="Picture 6"/>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Master1-Layout9-cust-Simple_Content-–-1-column-title-and-text">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431640" y="409680"/>
            <a:ext cx="755064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68" name="PlaceHolder 2"/>
          <p:cNvSpPr>
            <a:spLocks noGrp="1"/>
          </p:cNvSpPr>
          <p:nvPr>
            <p:ph type="body"/>
          </p:nvPr>
        </p:nvSpPr>
        <p:spPr>
          <a:xfrm>
            <a:off x="440640" y="1917000"/>
            <a:ext cx="7550640" cy="3528360"/>
          </a:xfrm>
          <a:prstGeom prst="rect">
            <a:avLst/>
          </a:prstGeom>
          <a:noFill/>
          <a:ln w="19080">
            <a:noFill/>
          </a:ln>
        </p:spPr>
        <p:txBody>
          <a:bodyPr lIns="91440" tIns="45720" rIns="91440" bIns="45720" anchor="t">
            <a:normAutofit/>
          </a:bodyPr>
          <a:lstStyle>
            <a:lvl1pPr indent="-228600" algn="l">
              <a:lnSpc>
                <a:spcPct val="100000"/>
              </a:lnSpc>
              <a:spcBef>
                <a:spcPts val="1001"/>
              </a:spcBef>
              <a:buClr>
                <a:srgbClr val="000000"/>
              </a:buClr>
              <a:buSzPct val="45000"/>
              <a:buFont typeface="Wingdings" charset="2"/>
              <a:buChar char=""/>
              <a:defRPr lang="en-GB" sz="1800" b="0" u="none" strike="noStrike">
                <a:solidFill>
                  <a:srgbClr val="000000"/>
                </a:solidFill>
                <a:effectLst/>
                <a:uFillTx/>
                <a:latin typeface="UCL Sans"/>
              </a:defRPr>
            </a:lvl1pPr>
          </a:lstStyle>
          <a:p>
            <a:pPr marL="432000" indent="-324000" algn="l">
              <a:lnSpc>
                <a:spcPct val="100000"/>
              </a:lnSpc>
              <a:spcBef>
                <a:spcPts val="1001"/>
              </a:spcBef>
              <a:buClr>
                <a:srgbClr val="000000"/>
              </a:buClr>
              <a:buSzPct val="45000"/>
              <a:buFont typeface="Wingdings" charset="2"/>
              <a:buChar char=""/>
            </a:pPr>
            <a:r>
              <a:rPr lang="en-GB" sz="1800" b="0" u="none" strike="noStrike">
                <a:solidFill>
                  <a:srgbClr val="000000"/>
                </a:solidFill>
                <a:effectLst/>
                <a:uFillTx/>
                <a:latin typeface="UCL Sans"/>
              </a:rPr>
              <a:t>Body text, UCL Sans Regular 18pt</a:t>
            </a:r>
            <a:endParaRPr lang="en-GB" sz="1800" b="0" u="none" strike="noStrike">
              <a:solidFill>
                <a:srgbClr val="000000"/>
              </a:solidFill>
              <a:effectLst/>
              <a:uFillTx/>
              <a:latin typeface="Arial"/>
            </a:endParaRPr>
          </a:p>
        </p:txBody>
      </p:sp>
      <p:pic>
        <p:nvPicPr>
          <p:cNvPr id="69" name="Picture 6"/>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10-cust-Simple_Content-–-2-column-title-and-subheading-and-text">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418680" y="409680"/>
            <a:ext cx="757260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UCL Sans SemiBold 36pt</a:t>
            </a:r>
            <a:endParaRPr lang="en-GB" sz="3600" b="0" u="none" strike="noStrike">
              <a:solidFill>
                <a:srgbClr val="000000"/>
              </a:solidFill>
              <a:effectLst/>
              <a:uFillTx/>
              <a:latin typeface="Arial"/>
            </a:endParaRPr>
          </a:p>
        </p:txBody>
      </p:sp>
      <p:sp>
        <p:nvSpPr>
          <p:cNvPr id="74" name="PlaceHolder 2"/>
          <p:cNvSpPr>
            <a:spLocks noGrp="1"/>
          </p:cNvSpPr>
          <p:nvPr>
            <p:ph type="body"/>
          </p:nvPr>
        </p:nvSpPr>
        <p:spPr>
          <a:xfrm>
            <a:off x="427680" y="1917000"/>
            <a:ext cx="3321360" cy="35283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2400" b="0" u="none" strike="noStrike">
                <a:solidFill>
                  <a:srgbClr val="3A1857"/>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3A1857"/>
                </a:solidFill>
                <a:effectLst/>
                <a:uFillTx/>
                <a:latin typeface="UCL Sans"/>
              </a:rPr>
              <a:t>Subheading text style, UCL Sans regular 24pt</a:t>
            </a:r>
            <a:endParaRPr lang="en-GB" sz="2400" b="0" u="none" strike="noStrike">
              <a:solidFill>
                <a:srgbClr val="000000"/>
              </a:solidFill>
              <a:effectLst/>
              <a:uFillTx/>
              <a:latin typeface="Arial"/>
            </a:endParaRPr>
          </a:p>
        </p:txBody>
      </p:sp>
      <p:sp>
        <p:nvSpPr>
          <p:cNvPr id="75" name="PlaceHolder 3"/>
          <p:cNvSpPr>
            <a:spLocks noGrp="1"/>
          </p:cNvSpPr>
          <p:nvPr>
            <p:ph type="body"/>
          </p:nvPr>
        </p:nvSpPr>
        <p:spPr>
          <a:xfrm>
            <a:off x="4670280" y="1917000"/>
            <a:ext cx="3321360" cy="352836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vl2pPr indent="0" algn="l">
              <a:lnSpc>
                <a:spcPct val="100000"/>
              </a:lnSpc>
              <a:defRPr lang="en-GB" sz="1800" b="0" u="none" strike="noStrike">
                <a:solidFill>
                  <a:srgbClr val="000000"/>
                </a:solidFill>
                <a:effectLst/>
                <a:uFillTx/>
                <a:latin typeface="UCL Sans"/>
              </a:defRPr>
            </a:lvl2pPr>
          </a:lstStyle>
          <a:p>
            <a:pPr indent="0" algn="l">
              <a:lnSpc>
                <a:spcPct val="100000"/>
              </a:lnSpc>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pic>
        <p:nvPicPr>
          <p:cNvPr id="76" name="Picture 7"/>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11-cust-Simple_Content-–-2-column-title-and--bullet-text">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409680" y="409680"/>
            <a:ext cx="378612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a:t>
            </a:r>
            <a:br>
              <a:rPr sz="3600"/>
            </a:br>
            <a:r>
              <a:rPr lang="en-GB" sz="3600" b="0" u="none" strike="noStrike">
                <a:solidFill>
                  <a:srgbClr val="3A1857"/>
                </a:solidFill>
                <a:effectLst/>
                <a:uFillTx/>
                <a:latin typeface="UCL Sans SemiBold"/>
              </a:rPr>
              <a:t>SemiBold 36pt</a:t>
            </a:r>
            <a:endParaRPr lang="en-GB" sz="3600" b="0" u="none" strike="noStrike">
              <a:solidFill>
                <a:srgbClr val="000000"/>
              </a:solidFill>
              <a:effectLst/>
              <a:uFillTx/>
              <a:latin typeface="Arial"/>
            </a:endParaRPr>
          </a:p>
        </p:txBody>
      </p:sp>
      <p:sp>
        <p:nvSpPr>
          <p:cNvPr id="78" name="PlaceHolder 2"/>
          <p:cNvSpPr>
            <a:spLocks noGrp="1"/>
          </p:cNvSpPr>
          <p:nvPr>
            <p:ph type="body"/>
          </p:nvPr>
        </p:nvSpPr>
        <p:spPr>
          <a:xfrm>
            <a:off x="5153760" y="409680"/>
            <a:ext cx="6626880" cy="100656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en-GB" sz="1800" b="0" u="none" strike="noStrike">
                <a:solidFill>
                  <a:srgbClr val="000000"/>
                </a:solidFill>
                <a:effectLst/>
                <a:uFillTx/>
                <a:latin typeface="UCL Sans"/>
              </a:defRPr>
            </a:lvl1pPr>
          </a:lstStyle>
          <a:p>
            <a:pPr marL="228600" indent="-228600" algn="l">
              <a:lnSpc>
                <a:spcPct val="90000"/>
              </a:lnSpc>
              <a:spcBef>
                <a:spcPts val="1001"/>
              </a:spcBef>
              <a:buClr>
                <a:srgbClr val="000000"/>
              </a:buClr>
              <a:buSzPct val="45000"/>
              <a:buFont typeface="Wingdings" charset="2"/>
              <a:buChar char=""/>
            </a:pPr>
            <a:r>
              <a:rPr lang="en-GB" sz="1800" b="0" u="none" strike="noStrike">
                <a:solidFill>
                  <a:srgbClr val="000000"/>
                </a:solidFill>
                <a:effectLst/>
                <a:uFillTx/>
                <a:latin typeface="UCL Sans"/>
              </a:rPr>
              <a:t>Bullet text, UCL Sans Regular 18pt</a:t>
            </a:r>
            <a:endParaRPr lang="en-GB" sz="1800" b="0" u="none" strike="noStrike">
              <a:solidFill>
                <a:srgbClr val="000000"/>
              </a:solidFill>
              <a:effectLst/>
              <a:uFillTx/>
              <a:latin typeface="Arial"/>
            </a:endParaRPr>
          </a:p>
        </p:txBody>
      </p:sp>
      <p:pic>
        <p:nvPicPr>
          <p:cNvPr id="79" name="Picture 6"/>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Master1-Layout12-cust-Simple_Content-–-3-column-title-and-bullet-text">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398520" y="409680"/>
            <a:ext cx="37972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81" name="PlaceHolder 2"/>
          <p:cNvSpPr>
            <a:spLocks noGrp="1"/>
          </p:cNvSpPr>
          <p:nvPr>
            <p:ph type="body"/>
          </p:nvPr>
        </p:nvSpPr>
        <p:spPr>
          <a:xfrm>
            <a:off x="5157000" y="409680"/>
            <a:ext cx="2840040" cy="12913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en-GB" sz="1800" b="0" u="none" strike="noStrike">
                <a:solidFill>
                  <a:srgbClr val="000000"/>
                </a:solidFill>
                <a:effectLst/>
                <a:uFillTx/>
                <a:latin typeface="UCL Sans"/>
              </a:defRPr>
            </a:lvl1pPr>
            <a:lvl2pPr marL="228600" lvl="1" indent="-228600" algn="l">
              <a:lnSpc>
                <a:spcPct val="90000"/>
              </a:lnSpc>
              <a:spcBef>
                <a:spcPts val="1134"/>
              </a:spcBef>
              <a:buClr>
                <a:srgbClr val="000000"/>
              </a:buClr>
              <a:buSzPct val="75000"/>
              <a:buFont typeface="Symbol" charset="2"/>
              <a:buChar char=""/>
              <a:defRPr lang="en-GB" sz="1800" b="0" u="none" strike="noStrike">
                <a:solidFill>
                  <a:srgbClr val="000000"/>
                </a:solidFill>
                <a:effectLst/>
                <a:uFillTx/>
                <a:latin typeface="UCL Sans"/>
              </a:defRPr>
            </a:lvl2pPr>
          </a:lstStyle>
          <a:p>
            <a:pPr marL="228600" indent="-228600" algn="l">
              <a:lnSpc>
                <a:spcPct val="90000"/>
              </a:lnSpc>
              <a:spcBef>
                <a:spcPts val="1001"/>
              </a:spcBef>
              <a:buClr>
                <a:srgbClr val="000000"/>
              </a:buClr>
              <a:buSzPct val="45000"/>
              <a:buFont typeface="Wingdings" charset="2"/>
              <a:buChar char=""/>
            </a:pPr>
            <a:r>
              <a:rPr lang="en-GB" sz="1800" b="0" u="none" strike="noStrike">
                <a:solidFill>
                  <a:srgbClr val="000000"/>
                </a:solidFill>
                <a:effectLst/>
                <a:uFillTx/>
                <a:latin typeface="UCL Sans"/>
              </a:rPr>
              <a:t>Bullet text, </a:t>
            </a:r>
            <a:endParaRPr lang="en-GB" sz="1800" b="0" u="none" strike="noStrike">
              <a:solidFill>
                <a:srgbClr val="000000"/>
              </a:solidFill>
              <a:effectLst/>
              <a:uFillTx/>
              <a:latin typeface="Arial"/>
            </a:endParaRPr>
          </a:p>
          <a:p>
            <a:pPr marL="228600" lvl="1" indent="-228600" algn="l">
              <a:lnSpc>
                <a:spcPct val="90000"/>
              </a:lnSpc>
              <a:spcBef>
                <a:spcPts val="1134"/>
              </a:spcBef>
              <a:buClr>
                <a:srgbClr val="000000"/>
              </a:buClr>
              <a:buSzPct val="75000"/>
              <a:buFont typeface="Symbol" charset="2"/>
              <a:buChar char=""/>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82" name="PlaceHolder 3"/>
          <p:cNvSpPr>
            <a:spLocks noGrp="1"/>
          </p:cNvSpPr>
          <p:nvPr>
            <p:ph type="body"/>
          </p:nvPr>
        </p:nvSpPr>
        <p:spPr>
          <a:xfrm>
            <a:off x="8937720" y="409680"/>
            <a:ext cx="2840040" cy="12913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Font typeface="Wingdings"/>
              <a:buChar char="§"/>
              <a:defRPr lang="en-GB" sz="1800" b="0" u="none" strike="noStrike">
                <a:solidFill>
                  <a:srgbClr val="000000"/>
                </a:solidFill>
                <a:effectLst/>
                <a:uFillTx/>
                <a:latin typeface="UCL Sans"/>
              </a:defRPr>
            </a:lvl1pPr>
            <a:lvl2pPr marL="228600" indent="-228600" algn="l">
              <a:lnSpc>
                <a:spcPct val="90000"/>
              </a:lnSpc>
              <a:spcBef>
                <a:spcPts val="1001"/>
              </a:spcBef>
              <a:buClr>
                <a:srgbClr val="000000"/>
              </a:buClr>
              <a:buFont typeface="Wingdings"/>
              <a:buChar char="§"/>
              <a:defRPr lang="en-GB" sz="1800" b="0" u="none" strike="noStrike">
                <a:solidFill>
                  <a:srgbClr val="000000"/>
                </a:solidFill>
                <a:effectLst/>
                <a:uFillTx/>
                <a:latin typeface="UCL Sans"/>
              </a:defRPr>
            </a:lvl2pPr>
          </a:lstStyle>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Bullet text, </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pic>
        <p:nvPicPr>
          <p:cNvPr id="83" name="Picture 5"/>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1-Layout13-cust-Simple_Divider-–-2-column-title,-subheading,-text,-table,-picture">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39276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Headline UCL Sans SemiBold 36pt</a:t>
            </a:r>
            <a:endParaRPr lang="en-GB" sz="3600" b="0" u="none" strike="noStrike">
              <a:solidFill>
                <a:srgbClr val="000000"/>
              </a:solidFill>
              <a:effectLst/>
              <a:uFillTx/>
              <a:latin typeface="Arial"/>
            </a:endParaRPr>
          </a:p>
        </p:txBody>
      </p:sp>
      <p:sp>
        <p:nvSpPr>
          <p:cNvPr id="85" name="PlaceHolder 2"/>
          <p:cNvSpPr>
            <a:spLocks noGrp="1"/>
          </p:cNvSpPr>
          <p:nvPr>
            <p:ph type="body"/>
          </p:nvPr>
        </p:nvSpPr>
        <p:spPr>
          <a:xfrm>
            <a:off x="392760" y="2422440"/>
            <a:ext cx="372924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Subtitle, UCL Sans Regular 24pt</a:t>
            </a:r>
            <a:endParaRPr lang="en-GB" sz="2400" b="0" u="none" strike="noStrike">
              <a:solidFill>
                <a:srgbClr val="000000"/>
              </a:solidFill>
              <a:effectLst/>
              <a:uFillTx/>
              <a:latin typeface="Arial"/>
            </a:endParaRPr>
          </a:p>
        </p:txBody>
      </p:sp>
      <p:sp>
        <p:nvSpPr>
          <p:cNvPr id="86" name="PlaceHolder 3"/>
          <p:cNvSpPr>
            <a:spLocks noGrp="1"/>
          </p:cNvSpPr>
          <p:nvPr>
            <p:ph type="title"/>
          </p:nvPr>
        </p:nvSpPr>
        <p:spPr>
          <a:xfrm>
            <a:off x="392760" y="3619440"/>
            <a:ext cx="2841480" cy="2828880"/>
          </a:xfrm>
          <a:prstGeom prst="rect">
            <a:avLst/>
          </a:prstGeom>
          <a:noFill/>
          <a:ln w="19080">
            <a:noFill/>
          </a:ln>
        </p:spPr>
        <p:txBody>
          <a:bodyPr lIns="91440" tIns="45720" rIns="91440" bIns="45720" anchor="t">
            <a:noAutofit/>
          </a:bodyPr>
          <a:lstStyle>
            <a:lvl1pPr marL="228600" indent="-228600" algn="l">
              <a:lnSpc>
                <a:spcPct val="90000"/>
              </a:lnSpc>
              <a:spcBef>
                <a:spcPts val="1001"/>
              </a:spcBef>
              <a:buClr>
                <a:srgbClr val="000000"/>
              </a:buClr>
              <a:buFont typeface="Wingdings"/>
              <a:buChar char="§"/>
              <a:defRPr lang="en-GB" sz="2800" b="0" u="none" strike="noStrike">
                <a:solidFill>
                  <a:srgbClr val="FAFAFA"/>
                </a:solidFill>
                <a:effectLst/>
                <a:uFillTx/>
                <a:latin typeface="UCL Sans"/>
              </a:defRPr>
            </a:lvl1pPr>
          </a:lstStyle>
          <a:p>
            <a:pPr marL="228600" indent="-228600" algn="l">
              <a:lnSpc>
                <a:spcPct val="90000"/>
              </a:lnSpc>
              <a:spcBef>
                <a:spcPts val="1001"/>
              </a:spcBef>
              <a:buClr>
                <a:srgbClr val="000000"/>
              </a:buClr>
              <a:buFont typeface="Wingdings"/>
              <a:buChar char="§"/>
            </a:pPr>
            <a:r>
              <a:rPr lang="en-GB" sz="2800" b="0" u="none" strike="noStrike">
                <a:solidFill>
                  <a:srgbClr val="FAFAFA"/>
                </a:solidFill>
                <a:effectLst/>
                <a:uFillTx/>
                <a:latin typeface="UCL Sans"/>
              </a:rPr>
              <a:t>Click icon to add table</a:t>
            </a:r>
            <a:endParaRPr lang="en-GB" sz="2800" b="0" u="none" strike="noStrike">
              <a:solidFill>
                <a:srgbClr val="000000"/>
              </a:solidFill>
              <a:effectLst/>
              <a:uFillTx/>
              <a:latin typeface="Arial"/>
            </a:endParaRPr>
          </a:p>
        </p:txBody>
      </p:sp>
      <p:sp>
        <p:nvSpPr>
          <p:cNvPr id="87" name="PlaceHolder 4"/>
          <p:cNvSpPr>
            <a:spLocks noGrp="1"/>
          </p:cNvSpPr>
          <p:nvPr>
            <p:ph type="body"/>
          </p:nvPr>
        </p:nvSpPr>
        <p:spPr>
          <a:xfrm>
            <a:off x="4411080" y="826200"/>
            <a:ext cx="7369920" cy="41220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B982FF"/>
                </a:solidFill>
                <a:effectLst/>
                <a:uFillTx/>
                <a:latin typeface="UCL Sans"/>
              </a:defRPr>
            </a:lvl1pPr>
          </a:lstStyle>
          <a:p>
            <a:pPr indent="0" algn="l">
              <a:lnSpc>
                <a:spcPct val="100000"/>
              </a:lnSpc>
            </a:pPr>
            <a:r>
              <a:rPr lang="en-GB" sz="1800" b="0" u="none" strike="noStrike">
                <a:solidFill>
                  <a:srgbClr val="B982FF"/>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88" name="PlaceHolder 5"/>
          <p:cNvSpPr>
            <a:spLocks noGrp="1"/>
          </p:cNvSpPr>
          <p:nvPr>
            <p:ph type="title"/>
          </p:nvPr>
        </p:nvSpPr>
        <p:spPr>
          <a:xfrm>
            <a:off x="4411080" y="1419120"/>
            <a:ext cx="7371360" cy="4406400"/>
          </a:xfrm>
          <a:prstGeom prst="rect">
            <a:avLst/>
          </a:prstGeom>
          <a:noFill/>
          <a:ln w="19080">
            <a:noFill/>
          </a:ln>
        </p:spPr>
        <p:txBody>
          <a:bodyPr lIns="91440" tIns="45720" rIns="91440" bIns="45720" anchor="t">
            <a:noAutofit/>
          </a:bodyPr>
          <a:lstStyle>
            <a:lvl1pPr indent="0" algn="l">
              <a:lnSpc>
                <a:spcPct val="90000"/>
              </a:lnSpc>
              <a:spcBef>
                <a:spcPts val="1001"/>
              </a:spcBef>
              <a:buNone/>
              <a:defRPr lang="en-GB" sz="3200" b="0" u="none" strike="noStrike">
                <a:solidFill>
                  <a:srgbClr val="FAFAFA"/>
                </a:solidFill>
                <a:effectLst/>
                <a:uFillTx/>
                <a:latin typeface="UCL Sans"/>
              </a:defRPr>
            </a:lvl1pPr>
          </a:lstStyle>
          <a:p>
            <a:pPr indent="0" algn="l">
              <a:lnSpc>
                <a:spcPct val="90000"/>
              </a:lnSpc>
              <a:spcBef>
                <a:spcPts val="1001"/>
              </a:spcBef>
              <a:buNone/>
            </a:pPr>
            <a:r>
              <a:rPr lang="en-GB" sz="3200" b="0" u="none" strike="noStrike">
                <a:solidFill>
                  <a:srgbClr val="FAFAFA"/>
                </a:solidFill>
                <a:effectLst/>
                <a:uFillTx/>
                <a:latin typeface="UCL Sans"/>
              </a:rPr>
              <a:t>Click icon to add picture</a:t>
            </a:r>
            <a:endParaRPr lang="en-GB" sz="3200" b="0" u="none" strike="noStrike">
              <a:solidFill>
                <a:srgbClr val="000000"/>
              </a:solidFill>
              <a:effectLst/>
              <a:uFillTx/>
              <a:latin typeface="Arial"/>
            </a:endParaRPr>
          </a:p>
        </p:txBody>
      </p:sp>
      <p:pic>
        <p:nvPicPr>
          <p:cNvPr id="89" name="Picture 2"/>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1-Layout14-cust-Simple_Content-–-2-column-title,-image,-text">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456480" y="409680"/>
            <a:ext cx="5965200" cy="124236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91" name="PlaceHolder 2"/>
          <p:cNvSpPr>
            <a:spLocks noGrp="1"/>
          </p:cNvSpPr>
          <p:nvPr>
            <p:ph type="title"/>
          </p:nvPr>
        </p:nvSpPr>
        <p:spPr>
          <a:xfrm>
            <a:off x="456480" y="2046600"/>
            <a:ext cx="5516640" cy="21603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92" name="PlaceHolder 3"/>
          <p:cNvSpPr>
            <a:spLocks noGrp="1"/>
          </p:cNvSpPr>
          <p:nvPr>
            <p:ph type="body"/>
          </p:nvPr>
        </p:nvSpPr>
        <p:spPr>
          <a:xfrm>
            <a:off x="456480" y="4438800"/>
            <a:ext cx="5516640" cy="10065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1800" b="0" u="none" strike="noStrike">
                <a:solidFill>
                  <a:srgbClr val="000000"/>
                </a:solidFill>
                <a:effectLst/>
                <a:uFillTx/>
                <a:latin typeface="UCL Sans"/>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UCL Sans"/>
              </a:defRPr>
            </a:lvl2pPr>
          </a:lstStyle>
          <a:p>
            <a:pPr marL="432000" indent="-324000" algn="l">
              <a:lnSpc>
                <a:spcPct val="100000"/>
              </a:lnSpc>
              <a:buClr>
                <a:srgbClr val="000000"/>
              </a:buClr>
              <a:buSzPct val="45000"/>
              <a:buFont typeface="Wingdings" charset="2"/>
              <a:buChar char=""/>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93" name="PlaceHolder 4"/>
          <p:cNvSpPr>
            <a:spLocks noGrp="1"/>
          </p:cNvSpPr>
          <p:nvPr>
            <p:ph type="title"/>
          </p:nvPr>
        </p:nvSpPr>
        <p:spPr>
          <a:xfrm>
            <a:off x="6282360" y="2046600"/>
            <a:ext cx="5516640" cy="21603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94" name="PlaceHolder 5"/>
          <p:cNvSpPr>
            <a:spLocks noGrp="1"/>
          </p:cNvSpPr>
          <p:nvPr>
            <p:ph type="body"/>
          </p:nvPr>
        </p:nvSpPr>
        <p:spPr>
          <a:xfrm>
            <a:off x="6282360" y="4438800"/>
            <a:ext cx="5495040" cy="100656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vl2pPr indent="0" algn="l">
              <a:lnSpc>
                <a:spcPct val="100000"/>
              </a:lnSpc>
              <a:defRPr lang="en-GB" sz="1800" b="0" u="none" strike="noStrike">
                <a:solidFill>
                  <a:srgbClr val="000000"/>
                </a:solidFill>
                <a:effectLst/>
                <a:uFillTx/>
                <a:latin typeface="UCL Sans"/>
              </a:defRPr>
            </a:lvl2pPr>
          </a:lstStyle>
          <a:p>
            <a:pPr indent="0" algn="l">
              <a:lnSpc>
                <a:spcPct val="100000"/>
              </a:lnSpc>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pic>
        <p:nvPicPr>
          <p:cNvPr id="95" name="Picture 5"/>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1-Layout15-cust-1_Simple_Content-–-Title---2-column-1-image-1-text-">
    <p:bg>
      <p:bgPr>
        <a:solidFill>
          <a:srgbClr val="FFFFFF"/>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6480" y="409680"/>
            <a:ext cx="5965200" cy="124236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97" name="PlaceHolder 2"/>
          <p:cNvSpPr>
            <a:spLocks noGrp="1"/>
          </p:cNvSpPr>
          <p:nvPr>
            <p:ph type="title"/>
          </p:nvPr>
        </p:nvSpPr>
        <p:spPr>
          <a:xfrm>
            <a:off x="456480" y="2046600"/>
            <a:ext cx="4429800" cy="33987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Clr>
                <a:srgbClr val="000000"/>
              </a:buClr>
              <a:buFont typeface="Wingdings"/>
              <a:buChar char="§"/>
              <a:defRPr lang="en-GB" sz="2800" b="0" u="none" strike="noStrike">
                <a:solidFill>
                  <a:srgbClr val="000000"/>
                </a:solidFill>
                <a:effectLst/>
                <a:uFillTx/>
                <a:latin typeface="UCL Sans"/>
              </a:defRPr>
            </a:lvl1pPr>
          </a:lstStyle>
          <a:p>
            <a:pPr marL="228600" indent="-228600" algn="l">
              <a:lnSpc>
                <a:spcPct val="90000"/>
              </a:lnSpc>
              <a:spcBef>
                <a:spcPts val="1001"/>
              </a:spcBef>
              <a:buClr>
                <a:srgbClr val="000000"/>
              </a:buClr>
              <a:buFont typeface="Wingdings"/>
              <a:buChar char="§"/>
            </a:pPr>
            <a:r>
              <a:rPr lang="en-GB" sz="2800" b="0" u="none" strike="noStrike">
                <a:solidFill>
                  <a:srgbClr val="000000"/>
                </a:solidFill>
                <a:effectLst/>
                <a:uFillTx/>
                <a:latin typeface="UCL Sans"/>
              </a:rPr>
              <a:t>Click icon to add picture</a:t>
            </a:r>
            <a:endParaRPr lang="en-GB" sz="2800" b="0" u="none" strike="noStrike">
              <a:solidFill>
                <a:srgbClr val="000000"/>
              </a:solidFill>
              <a:effectLst/>
              <a:uFillTx/>
              <a:latin typeface="Arial"/>
            </a:endParaRPr>
          </a:p>
        </p:txBody>
      </p:sp>
      <p:sp>
        <p:nvSpPr>
          <p:cNvPr id="98" name="PlaceHolder 3"/>
          <p:cNvSpPr>
            <a:spLocks noGrp="1"/>
          </p:cNvSpPr>
          <p:nvPr>
            <p:ph type="body"/>
          </p:nvPr>
        </p:nvSpPr>
        <p:spPr>
          <a:xfrm>
            <a:off x="5153760" y="2046600"/>
            <a:ext cx="6626880" cy="33987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1800" b="0" u="none" strike="noStrike">
                <a:solidFill>
                  <a:srgbClr val="000000"/>
                </a:solidFill>
                <a:effectLst/>
                <a:uFillTx/>
                <a:latin typeface="UCL Sans"/>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UCL Sans"/>
              </a:defRPr>
            </a:lvl2pPr>
          </a:lstStyle>
          <a:p>
            <a:pPr marL="432000" indent="-324000" algn="l">
              <a:lnSpc>
                <a:spcPct val="100000"/>
              </a:lnSpc>
              <a:buClr>
                <a:srgbClr val="000000"/>
              </a:buClr>
              <a:buSzPct val="45000"/>
              <a:buFont typeface="Wingdings" charset="2"/>
              <a:buChar char=""/>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pic>
        <p:nvPicPr>
          <p:cNvPr id="99" name="Picture 4"/>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1-Layout16-cust-Content-–-full-page-image-full-colour-logo">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0" y="0"/>
            <a:ext cx="12192120" cy="685800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pic>
        <p:nvPicPr>
          <p:cNvPr id="101" name="Picture 4"/>
          <p:cNvPicPr/>
          <p:nvPr/>
        </p:nvPicPr>
        <p:blipFill>
          <a:blip r:embed="rId2"/>
          <a:stretch/>
        </p:blipFill>
        <p:spPr>
          <a:xfrm>
            <a:off x="10364400" y="6060600"/>
            <a:ext cx="1421640" cy="398880"/>
          </a:xfrm>
          <a:prstGeom prst="rect">
            <a:avLst/>
          </a:prstGeom>
          <a:noFill/>
          <a:ln w="19080">
            <a:noFill/>
          </a:ln>
        </p:spPr>
      </p:pic>
      <p:sp>
        <p:nvSpPr>
          <p:cNvPr id="102" name="PlaceHolder 2"/>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1-Layout17-cust-Simple_Content-–-4-column-title,-image,-text">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body"/>
          </p:nvPr>
        </p:nvSpPr>
        <p:spPr>
          <a:xfrm>
            <a:off x="434520" y="409680"/>
            <a:ext cx="8569800" cy="137808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3600" b="1" u="none" strike="noStrike">
                <a:solidFill>
                  <a:srgbClr val="3A1857"/>
                </a:solidFill>
                <a:effectLst/>
                <a:uFillTx/>
                <a:latin typeface="UCL Sans SemiBold"/>
              </a:defRPr>
            </a:lvl1pPr>
            <a:lvl2pPr lvl="1" algn="l">
              <a:lnSpc>
                <a:spcPct val="100000"/>
              </a:lnSpc>
              <a:spcBef>
                <a:spcPts val="1134"/>
              </a:spcBef>
              <a:buClr>
                <a:srgbClr val="000000"/>
              </a:buClr>
              <a:buSzPct val="75000"/>
              <a:buFont typeface="Symbol" charset="2"/>
              <a:buChar char=""/>
              <a:defRPr lang="en-GB" sz="3600" b="1" u="none" strike="noStrike">
                <a:solidFill>
                  <a:srgbClr val="3A1857"/>
                </a:solidFill>
                <a:effectLst/>
                <a:uFillTx/>
                <a:latin typeface="UCL Sans SemiBold"/>
              </a:defRPr>
            </a:lvl2pPr>
          </a:lstStyle>
          <a:p>
            <a:pPr marL="432000" indent="-324000" algn="l">
              <a:lnSpc>
                <a:spcPct val="100000"/>
              </a:lnSpc>
              <a:buClr>
                <a:srgbClr val="000000"/>
              </a:buClr>
              <a:buSzPct val="45000"/>
              <a:buFont typeface="Wingdings" charset="2"/>
              <a:buChar char=""/>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3600" b="1"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04" name="PlaceHolder 2"/>
          <p:cNvSpPr>
            <a:spLocks noGrp="1"/>
          </p:cNvSpPr>
          <p:nvPr>
            <p:ph type="title"/>
          </p:nvPr>
        </p:nvSpPr>
        <p:spPr>
          <a:xfrm>
            <a:off x="434520" y="2145240"/>
            <a:ext cx="2717640" cy="17481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Clr>
                <a:srgbClr val="000000"/>
              </a:buClr>
              <a:buFont typeface="Wingdings"/>
              <a:buChar char="§"/>
              <a:defRPr lang="en-GB" sz="2800" b="0" u="none" strike="noStrike">
                <a:solidFill>
                  <a:srgbClr val="000000"/>
                </a:solidFill>
                <a:effectLst/>
                <a:uFillTx/>
                <a:latin typeface="UCL Sans"/>
              </a:defRPr>
            </a:lvl1pPr>
          </a:lstStyle>
          <a:p>
            <a:pPr marL="228600" indent="-228600" algn="l">
              <a:lnSpc>
                <a:spcPct val="90000"/>
              </a:lnSpc>
              <a:spcBef>
                <a:spcPts val="1001"/>
              </a:spcBef>
              <a:buClr>
                <a:srgbClr val="000000"/>
              </a:buClr>
              <a:buFont typeface="Wingdings"/>
              <a:buChar char="§"/>
            </a:pPr>
            <a:r>
              <a:rPr lang="en-GB" sz="2800" b="0" u="none" strike="noStrike">
                <a:solidFill>
                  <a:srgbClr val="000000"/>
                </a:solidFill>
                <a:effectLst/>
                <a:uFillTx/>
                <a:latin typeface="UCL Sans"/>
              </a:rPr>
              <a:t>Click icon to add picture</a:t>
            </a:r>
            <a:endParaRPr lang="en-GB" sz="2800" b="0" u="none" strike="noStrike">
              <a:solidFill>
                <a:srgbClr val="000000"/>
              </a:solidFill>
              <a:effectLst/>
              <a:uFillTx/>
              <a:latin typeface="Arial"/>
            </a:endParaRPr>
          </a:p>
        </p:txBody>
      </p:sp>
      <p:sp>
        <p:nvSpPr>
          <p:cNvPr id="105" name="PlaceHolder 3"/>
          <p:cNvSpPr>
            <a:spLocks noGrp="1"/>
          </p:cNvSpPr>
          <p:nvPr>
            <p:ph type="body"/>
          </p:nvPr>
        </p:nvSpPr>
        <p:spPr>
          <a:xfrm>
            <a:off x="434520" y="4087800"/>
            <a:ext cx="2717640" cy="137808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vl2pPr indent="0" algn="l">
              <a:lnSpc>
                <a:spcPct val="100000"/>
              </a:lnSpc>
              <a:defRPr lang="en-GB" sz="1800" b="0" u="none" strike="noStrike">
                <a:solidFill>
                  <a:srgbClr val="000000"/>
                </a:solidFill>
                <a:effectLst/>
                <a:uFillTx/>
                <a:latin typeface="UCL Sans"/>
              </a:defRPr>
            </a:lvl2pPr>
          </a:lstStyle>
          <a:p>
            <a:pPr indent="0" algn="l">
              <a:lnSpc>
                <a:spcPct val="100000"/>
              </a:lnSpc>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18pt</a:t>
            </a:r>
            <a:endParaRPr lang="en-GB" sz="1800" b="0" u="none" strike="noStrike">
              <a:solidFill>
                <a:srgbClr val="000000"/>
              </a:solidFill>
              <a:effectLst/>
              <a:uFillTx/>
              <a:latin typeface="Arial"/>
            </a:endParaRPr>
          </a:p>
        </p:txBody>
      </p:sp>
      <p:sp>
        <p:nvSpPr>
          <p:cNvPr id="106" name="PlaceHolder 4"/>
          <p:cNvSpPr>
            <a:spLocks noGrp="1"/>
          </p:cNvSpPr>
          <p:nvPr>
            <p:ph type="title"/>
          </p:nvPr>
        </p:nvSpPr>
        <p:spPr>
          <a:xfrm>
            <a:off x="3481200" y="2145240"/>
            <a:ext cx="2539440" cy="17481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Clr>
                <a:srgbClr val="000000"/>
              </a:buClr>
              <a:buFont typeface="Wingdings"/>
              <a:buChar char="§"/>
              <a:defRPr lang="en-GB" sz="2800" b="0" u="none" strike="noStrike">
                <a:solidFill>
                  <a:srgbClr val="000000"/>
                </a:solidFill>
                <a:effectLst/>
                <a:uFillTx/>
                <a:latin typeface="UCL Sans"/>
              </a:defRPr>
            </a:lvl1pPr>
          </a:lstStyle>
          <a:p>
            <a:pPr marL="228600" indent="-228600" algn="l">
              <a:lnSpc>
                <a:spcPct val="90000"/>
              </a:lnSpc>
              <a:spcBef>
                <a:spcPts val="1001"/>
              </a:spcBef>
              <a:buClr>
                <a:srgbClr val="000000"/>
              </a:buClr>
              <a:buFont typeface="Wingdings"/>
              <a:buChar char="§"/>
            </a:pPr>
            <a:r>
              <a:rPr lang="en-GB" sz="2800" b="0" u="none" strike="noStrike">
                <a:solidFill>
                  <a:srgbClr val="000000"/>
                </a:solidFill>
                <a:effectLst/>
                <a:uFillTx/>
                <a:latin typeface="UCL Sans"/>
              </a:rPr>
              <a:t>Click icon to add picture</a:t>
            </a:r>
            <a:endParaRPr lang="en-GB" sz="2800" b="0" u="none" strike="noStrike">
              <a:solidFill>
                <a:srgbClr val="000000"/>
              </a:solidFill>
              <a:effectLst/>
              <a:uFillTx/>
              <a:latin typeface="Arial"/>
            </a:endParaRPr>
          </a:p>
        </p:txBody>
      </p:sp>
      <p:sp>
        <p:nvSpPr>
          <p:cNvPr id="107" name="PlaceHolder 5"/>
          <p:cNvSpPr>
            <a:spLocks noGrp="1"/>
          </p:cNvSpPr>
          <p:nvPr>
            <p:ph type="body"/>
          </p:nvPr>
        </p:nvSpPr>
        <p:spPr>
          <a:xfrm>
            <a:off x="3454200" y="4087800"/>
            <a:ext cx="2580120" cy="137808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vl2pPr indent="0" algn="l">
              <a:lnSpc>
                <a:spcPct val="100000"/>
              </a:lnSpc>
              <a:defRPr lang="en-GB" sz="1800" b="0" u="none" strike="noStrike">
                <a:solidFill>
                  <a:srgbClr val="000000"/>
                </a:solidFill>
                <a:effectLst/>
                <a:uFillTx/>
                <a:latin typeface="UCL Sans"/>
              </a:defRPr>
            </a:lvl2pPr>
          </a:lstStyle>
          <a:p>
            <a:pPr indent="0" algn="l">
              <a:lnSpc>
                <a:spcPct val="100000"/>
              </a:lnSpc>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18pt</a:t>
            </a:r>
            <a:endParaRPr lang="en-GB" sz="1800" b="0" u="none" strike="noStrike">
              <a:solidFill>
                <a:srgbClr val="000000"/>
              </a:solidFill>
              <a:effectLst/>
              <a:uFillTx/>
              <a:latin typeface="Arial"/>
            </a:endParaRPr>
          </a:p>
        </p:txBody>
      </p:sp>
      <p:sp>
        <p:nvSpPr>
          <p:cNvPr id="108" name="PlaceHolder 6"/>
          <p:cNvSpPr>
            <a:spLocks noGrp="1"/>
          </p:cNvSpPr>
          <p:nvPr>
            <p:ph type="title"/>
          </p:nvPr>
        </p:nvSpPr>
        <p:spPr>
          <a:xfrm>
            <a:off x="6349680" y="2145240"/>
            <a:ext cx="2539440" cy="17481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Clr>
                <a:srgbClr val="000000"/>
              </a:buClr>
              <a:buFont typeface="Wingdings"/>
              <a:buChar char="§"/>
              <a:defRPr lang="en-GB" sz="2800" b="0" u="none" strike="noStrike">
                <a:solidFill>
                  <a:srgbClr val="000000"/>
                </a:solidFill>
                <a:effectLst/>
                <a:uFillTx/>
                <a:latin typeface="UCL Sans"/>
              </a:defRPr>
            </a:lvl1pPr>
          </a:lstStyle>
          <a:p>
            <a:pPr marL="228600" indent="-228600" algn="l">
              <a:lnSpc>
                <a:spcPct val="90000"/>
              </a:lnSpc>
              <a:spcBef>
                <a:spcPts val="1001"/>
              </a:spcBef>
              <a:buClr>
                <a:srgbClr val="000000"/>
              </a:buClr>
              <a:buFont typeface="Wingdings"/>
              <a:buChar char="§"/>
            </a:pPr>
            <a:r>
              <a:rPr lang="en-GB" sz="2800" b="0" u="none" strike="noStrike">
                <a:solidFill>
                  <a:srgbClr val="000000"/>
                </a:solidFill>
                <a:effectLst/>
                <a:uFillTx/>
                <a:latin typeface="UCL Sans"/>
              </a:rPr>
              <a:t>Click icon to add picture</a:t>
            </a:r>
            <a:endParaRPr lang="en-GB" sz="2800" b="0" u="none" strike="noStrike">
              <a:solidFill>
                <a:srgbClr val="000000"/>
              </a:solidFill>
              <a:effectLst/>
              <a:uFillTx/>
              <a:latin typeface="Arial"/>
            </a:endParaRPr>
          </a:p>
        </p:txBody>
      </p:sp>
      <p:sp>
        <p:nvSpPr>
          <p:cNvPr id="109" name="PlaceHolder 7"/>
          <p:cNvSpPr>
            <a:spLocks noGrp="1"/>
          </p:cNvSpPr>
          <p:nvPr>
            <p:ph type="body"/>
          </p:nvPr>
        </p:nvSpPr>
        <p:spPr>
          <a:xfrm>
            <a:off x="6336000" y="4087800"/>
            <a:ext cx="2580120" cy="137808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vl2pPr indent="0" algn="l">
              <a:lnSpc>
                <a:spcPct val="100000"/>
              </a:lnSpc>
              <a:defRPr lang="en-GB" sz="1800" b="0" u="none" strike="noStrike">
                <a:solidFill>
                  <a:srgbClr val="000000"/>
                </a:solidFill>
                <a:effectLst/>
                <a:uFillTx/>
                <a:latin typeface="UCL Sans"/>
              </a:defRPr>
            </a:lvl2pPr>
          </a:lstStyle>
          <a:p>
            <a:pPr indent="0" algn="l">
              <a:lnSpc>
                <a:spcPct val="100000"/>
              </a:lnSpc>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18pt</a:t>
            </a:r>
            <a:endParaRPr lang="en-GB" sz="1800" b="0" u="none" strike="noStrike">
              <a:solidFill>
                <a:srgbClr val="000000"/>
              </a:solidFill>
              <a:effectLst/>
              <a:uFillTx/>
              <a:latin typeface="Arial"/>
            </a:endParaRPr>
          </a:p>
        </p:txBody>
      </p:sp>
      <p:sp>
        <p:nvSpPr>
          <p:cNvPr id="110" name="PlaceHolder 8"/>
          <p:cNvSpPr>
            <a:spLocks noGrp="1"/>
          </p:cNvSpPr>
          <p:nvPr>
            <p:ph type="title"/>
          </p:nvPr>
        </p:nvSpPr>
        <p:spPr>
          <a:xfrm>
            <a:off x="9218160" y="2145240"/>
            <a:ext cx="2539440" cy="17481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Clr>
                <a:srgbClr val="000000"/>
              </a:buClr>
              <a:buFont typeface="Wingdings"/>
              <a:buChar char="§"/>
              <a:defRPr lang="en-GB" sz="2800" b="0" u="none" strike="noStrike">
                <a:solidFill>
                  <a:srgbClr val="000000"/>
                </a:solidFill>
                <a:effectLst/>
                <a:uFillTx/>
                <a:latin typeface="UCL Sans"/>
              </a:defRPr>
            </a:lvl1pPr>
          </a:lstStyle>
          <a:p>
            <a:pPr marL="228600" indent="-228600" algn="l">
              <a:lnSpc>
                <a:spcPct val="90000"/>
              </a:lnSpc>
              <a:spcBef>
                <a:spcPts val="1001"/>
              </a:spcBef>
              <a:buClr>
                <a:srgbClr val="000000"/>
              </a:buClr>
              <a:buFont typeface="Wingdings"/>
              <a:buChar char="§"/>
            </a:pPr>
            <a:r>
              <a:rPr lang="en-GB" sz="2800" b="0" u="none" strike="noStrike">
                <a:solidFill>
                  <a:srgbClr val="000000"/>
                </a:solidFill>
                <a:effectLst/>
                <a:uFillTx/>
                <a:latin typeface="UCL Sans"/>
              </a:rPr>
              <a:t>Click icon to add picture</a:t>
            </a:r>
            <a:endParaRPr lang="en-GB" sz="2800" b="0" u="none" strike="noStrike">
              <a:solidFill>
                <a:srgbClr val="000000"/>
              </a:solidFill>
              <a:effectLst/>
              <a:uFillTx/>
              <a:latin typeface="Arial"/>
            </a:endParaRPr>
          </a:p>
        </p:txBody>
      </p:sp>
      <p:sp>
        <p:nvSpPr>
          <p:cNvPr id="111" name="PlaceHolder 9"/>
          <p:cNvSpPr>
            <a:spLocks noGrp="1"/>
          </p:cNvSpPr>
          <p:nvPr>
            <p:ph type="body"/>
          </p:nvPr>
        </p:nvSpPr>
        <p:spPr>
          <a:xfrm>
            <a:off x="9218160" y="4087800"/>
            <a:ext cx="2539440" cy="137808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vl2pPr indent="0" algn="l">
              <a:lnSpc>
                <a:spcPct val="100000"/>
              </a:lnSpc>
              <a:defRPr lang="en-GB" sz="1800" b="0" u="none" strike="noStrike">
                <a:solidFill>
                  <a:srgbClr val="000000"/>
                </a:solidFill>
                <a:effectLst/>
                <a:uFillTx/>
                <a:latin typeface="UCL Sans"/>
              </a:defRPr>
            </a:lvl2pPr>
          </a:lstStyle>
          <a:p>
            <a:pPr indent="0" algn="l">
              <a:lnSpc>
                <a:spcPct val="100000"/>
              </a:lnSpc>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18pt</a:t>
            </a:r>
            <a:endParaRPr lang="en-GB" sz="1800" b="0" u="none" strike="noStrike">
              <a:solidFill>
                <a:srgbClr val="000000"/>
              </a:solidFill>
              <a:effectLst/>
              <a:uFillTx/>
              <a:latin typeface="Arial"/>
            </a:endParaRPr>
          </a:p>
        </p:txBody>
      </p:sp>
      <p:pic>
        <p:nvPicPr>
          <p:cNvPr id="112" name="Picture 2"/>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UCL-Slides-templates---Complex-design-theme">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600" cy="1325520"/>
          </a:xfrm>
          <a:prstGeom prst="rect">
            <a:avLst/>
          </a:prstGeom>
          <a:noFill/>
          <a:ln w="19080">
            <a:noFill/>
          </a:ln>
        </p:spPr>
        <p:txBody>
          <a:bodyPr lIns="91440" tIns="45720" rIns="91440" bIns="45720" anchor="ctr">
            <a:noAutofit/>
          </a:bodyPr>
          <a:lstStyle>
            <a:lvl1pPr indent="0" algn="l">
              <a:lnSpc>
                <a:spcPct val="90000"/>
              </a:lnSpc>
              <a:buNone/>
              <a:defRPr lang="en-GB" sz="4000" b="0" u="none" strike="noStrike">
                <a:solidFill>
                  <a:srgbClr val="000000"/>
                </a:solidFill>
                <a:effectLst/>
                <a:uFillTx/>
                <a:latin typeface="UCL Sans SemiBold"/>
              </a:defRPr>
            </a:lvl1pPr>
          </a:lstStyle>
          <a:p>
            <a:pPr indent="0" algn="l">
              <a:lnSpc>
                <a:spcPct val="90000"/>
              </a:lnSpc>
              <a:buNone/>
            </a:pPr>
            <a:r>
              <a:rPr lang="en-GB" sz="4000" b="0" u="none" strike="noStrike">
                <a:solidFill>
                  <a:srgbClr val="000000"/>
                </a:solidFill>
                <a:effectLst/>
                <a:uFillTx/>
                <a:latin typeface="UCL Sans SemiBold"/>
              </a:rPr>
              <a:t>Click to edit Master title style</a:t>
            </a:r>
            <a:endParaRPr lang="en-GB" sz="4000" b="0" u="none" strike="noStrike">
              <a:solidFill>
                <a:srgbClr val="000000"/>
              </a:solidFill>
              <a:effectLst/>
              <a:uFillTx/>
              <a:latin typeface="Arial"/>
            </a:endParaRPr>
          </a:p>
        </p:txBody>
      </p:sp>
      <p:sp>
        <p:nvSpPr>
          <p:cNvPr id="114" name="PlaceHolder 2"/>
          <p:cNvSpPr>
            <a:spLocks noGrp="1"/>
          </p:cNvSpPr>
          <p:nvPr>
            <p:ph type="body"/>
          </p:nvPr>
        </p:nvSpPr>
        <p:spPr>
          <a:xfrm>
            <a:off x="838080" y="1825560"/>
            <a:ext cx="10515600" cy="43513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en-GB" sz="2800" b="0" u="none" strike="noStrike">
                <a:solidFill>
                  <a:srgbClr val="000000"/>
                </a:solidFill>
                <a:effectLst/>
                <a:uFillTx/>
                <a:latin typeface="UCL Sans"/>
              </a:defRPr>
            </a:lvl1pPr>
            <a:lvl2pPr marL="685800" lvl="1" indent="-228600" algn="l">
              <a:lnSpc>
                <a:spcPct val="90000"/>
              </a:lnSpc>
              <a:spcBef>
                <a:spcPts val="499"/>
              </a:spcBef>
              <a:buClr>
                <a:srgbClr val="000000"/>
              </a:buClr>
              <a:buSzPct val="75000"/>
              <a:buFont typeface="Symbol" charset="2"/>
              <a:buChar char=""/>
              <a:defRPr lang="en-GB" sz="2400" b="0" u="none" strike="noStrike">
                <a:solidFill>
                  <a:srgbClr val="000000"/>
                </a:solidFill>
                <a:effectLst/>
                <a:uFillTx/>
                <a:latin typeface="UCL Sans"/>
              </a:defRPr>
            </a:lvl2pPr>
            <a:lvl3pPr marL="1143000" lvl="2" indent="-228600" algn="l">
              <a:lnSpc>
                <a:spcPct val="90000"/>
              </a:lnSpc>
              <a:spcBef>
                <a:spcPts val="499"/>
              </a:spcBef>
              <a:buClr>
                <a:srgbClr val="000000"/>
              </a:buClr>
              <a:buSzPct val="45000"/>
              <a:buFont typeface="Wingdings" charset="2"/>
              <a:buChar char=""/>
              <a:defRPr lang="en-GB" sz="2000" b="0" u="none" strike="noStrike">
                <a:solidFill>
                  <a:srgbClr val="000000"/>
                </a:solidFill>
                <a:effectLst/>
                <a:uFillTx/>
                <a:latin typeface="UCL Sans"/>
              </a:defRPr>
            </a:lvl3pPr>
            <a:lvl4pPr marL="1600200" lvl="3" indent="-228600" algn="l">
              <a:lnSpc>
                <a:spcPct val="90000"/>
              </a:lnSpc>
              <a:spcBef>
                <a:spcPts val="499"/>
              </a:spcBef>
              <a:buClr>
                <a:srgbClr val="000000"/>
              </a:buClr>
              <a:buSzPct val="75000"/>
              <a:buFont typeface="Symbol" charset="2"/>
              <a:buChar char=""/>
              <a:defRPr lang="en-GB" sz="1800" b="0" u="none" strike="noStrike">
                <a:solidFill>
                  <a:srgbClr val="000000"/>
                </a:solidFill>
                <a:effectLst/>
                <a:uFillTx/>
                <a:latin typeface="UCL Sans"/>
              </a:defRPr>
            </a:lvl4pPr>
            <a:lvl5pPr marL="2057400" lvl="4" indent="-228600" algn="l">
              <a:lnSpc>
                <a:spcPct val="90000"/>
              </a:lnSpc>
              <a:spcBef>
                <a:spcPts val="499"/>
              </a:spcBef>
              <a:buClr>
                <a:srgbClr val="000000"/>
              </a:buClr>
              <a:buSzPct val="45000"/>
              <a:buFont typeface="Wingdings" charset="2"/>
              <a:buChar char=""/>
              <a:defRPr lang="en-GB" sz="1800" b="0" u="none" strike="noStrike">
                <a:solidFill>
                  <a:srgbClr val="000000"/>
                </a:solidFill>
                <a:effectLst/>
                <a:uFillTx/>
                <a:latin typeface="UCL Sans"/>
              </a:defRPr>
            </a:lvl5pPr>
          </a:lstStyle>
          <a:p>
            <a:pPr marL="228600" indent="-228600" algn="l">
              <a:lnSpc>
                <a:spcPct val="90000"/>
              </a:lnSpc>
              <a:spcBef>
                <a:spcPts val="1001"/>
              </a:spcBef>
              <a:buClr>
                <a:srgbClr val="000000"/>
              </a:buClr>
              <a:buSzPct val="45000"/>
              <a:buFont typeface="Wingdings" charset="2"/>
              <a:buChar char=""/>
            </a:pPr>
            <a:r>
              <a:rPr lang="en-GB" sz="2800" b="0" u="none" strike="noStrike">
                <a:solidFill>
                  <a:srgbClr val="000000"/>
                </a:solidFill>
                <a:effectLst/>
                <a:uFillTx/>
                <a:latin typeface="UCL Sans"/>
              </a:rPr>
              <a:t>Click to edit Master text styles</a:t>
            </a:r>
            <a:endParaRPr lang="en-GB" sz="2800" b="0" u="none" strike="noStrike">
              <a:solidFill>
                <a:srgbClr val="000000"/>
              </a:solidFill>
              <a:effectLst/>
              <a:uFillTx/>
              <a:latin typeface="Arial"/>
            </a:endParaRPr>
          </a:p>
          <a:p>
            <a:pPr marL="685800" lvl="1" indent="-228600" algn="l">
              <a:lnSpc>
                <a:spcPct val="90000"/>
              </a:lnSpc>
              <a:spcBef>
                <a:spcPts val="499"/>
              </a:spcBef>
              <a:buClr>
                <a:srgbClr val="000000"/>
              </a:buClr>
              <a:buSzPct val="75000"/>
              <a:buFont typeface="Symbol" charset="2"/>
              <a:buChar char=""/>
            </a:pPr>
            <a:r>
              <a:rPr lang="en-GB" sz="2400" b="0" u="none" strike="noStrike">
                <a:solidFill>
                  <a:srgbClr val="000000"/>
                </a:solidFill>
                <a:effectLst/>
                <a:uFillTx/>
                <a:latin typeface="UCL Sans"/>
              </a:rPr>
              <a:t>Second level</a:t>
            </a:r>
            <a:endParaRPr lang="en-GB" sz="2400" b="0" u="none" strike="noStrike">
              <a:solidFill>
                <a:srgbClr val="000000"/>
              </a:solidFill>
              <a:effectLst/>
              <a:uFillTx/>
              <a:latin typeface="Arial"/>
            </a:endParaRPr>
          </a:p>
          <a:p>
            <a:pPr marL="1143000" lvl="2" indent="-228600" algn="l">
              <a:lnSpc>
                <a:spcPct val="90000"/>
              </a:lnSpc>
              <a:spcBef>
                <a:spcPts val="499"/>
              </a:spcBef>
              <a:buClr>
                <a:srgbClr val="000000"/>
              </a:buClr>
              <a:buSzPct val="45000"/>
              <a:buFont typeface="Wingdings" charset="2"/>
              <a:buChar char=""/>
            </a:pPr>
            <a:r>
              <a:rPr lang="en-GB" sz="2000" b="0" u="none" strike="noStrike">
                <a:solidFill>
                  <a:srgbClr val="000000"/>
                </a:solidFill>
                <a:effectLst/>
                <a:uFillTx/>
                <a:latin typeface="UCL Sans"/>
              </a:rPr>
              <a:t>Third level</a:t>
            </a:r>
            <a:endParaRPr lang="en-GB" sz="2000" b="0" u="none" strike="noStrike">
              <a:solidFill>
                <a:srgbClr val="000000"/>
              </a:solidFill>
              <a:effectLst/>
              <a:uFillTx/>
              <a:latin typeface="Arial"/>
            </a:endParaRPr>
          </a:p>
          <a:p>
            <a:pPr marL="1600200" lvl="3" indent="-228600" algn="l">
              <a:lnSpc>
                <a:spcPct val="90000"/>
              </a:lnSpc>
              <a:spcBef>
                <a:spcPts val="499"/>
              </a:spcBef>
              <a:buClr>
                <a:srgbClr val="000000"/>
              </a:buClr>
              <a:buSzPct val="75000"/>
              <a:buFont typeface="Symbol" charset="2"/>
              <a:buChar char=""/>
            </a:pPr>
            <a:r>
              <a:rPr lang="en-GB" sz="1800" b="0" u="none" strike="noStrike">
                <a:solidFill>
                  <a:srgbClr val="000000"/>
                </a:solidFill>
                <a:effectLst/>
                <a:uFillTx/>
                <a:latin typeface="UCL Sans"/>
              </a:rPr>
              <a:t>Fourth level</a:t>
            </a:r>
            <a:endParaRPr lang="en-GB" sz="1800" b="0" u="none" strike="noStrike">
              <a:solidFill>
                <a:srgbClr val="000000"/>
              </a:solidFill>
              <a:effectLst/>
              <a:uFillTx/>
              <a:latin typeface="Arial"/>
            </a:endParaRPr>
          </a:p>
          <a:p>
            <a:pPr marL="2057400" lvl="4" indent="-228600" algn="l">
              <a:lnSpc>
                <a:spcPct val="90000"/>
              </a:lnSpc>
              <a:spcBef>
                <a:spcPts val="499"/>
              </a:spcBef>
              <a:buClr>
                <a:srgbClr val="000000"/>
              </a:buClr>
              <a:buSzPct val="45000"/>
              <a:buFont typeface="Wingdings" charset="2"/>
              <a:buChar char=""/>
            </a:pPr>
            <a:r>
              <a:rPr lang="en-GB" sz="1800" b="0" u="none" strike="noStrike">
                <a:solidFill>
                  <a:srgbClr val="000000"/>
                </a:solidFill>
                <a:effectLst/>
                <a:uFillTx/>
                <a:latin typeface="UCL Sans"/>
              </a:rPr>
              <a:t>Fifth level</a:t>
            </a:r>
            <a:endParaRPr lang="en-GB" sz="1800" b="0" u="none" strike="noStrike">
              <a:solidFill>
                <a:srgbClr val="000000"/>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1-cust-Complex_Title----2/3-line-heading,-image-and-text">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7560" y="0"/>
            <a:ext cx="12192120" cy="6858000"/>
          </a:xfrm>
          <a:prstGeom prst="rect">
            <a:avLst/>
          </a:prstGeom>
          <a:noFill/>
          <a:ln w="19080">
            <a:noFill/>
          </a:ln>
        </p:spPr>
        <p:txBody>
          <a:bodyPr lIns="91440" tIns="45720" rIns="91440" bIns="45720" anchor="t">
            <a:noAutofit/>
          </a:bodyPr>
          <a:lstStyle>
            <a:lvl1pPr indent="0" algn="r">
              <a:lnSpc>
                <a:spcPct val="90000"/>
              </a:lnSpc>
              <a:spcBef>
                <a:spcPts val="1001"/>
              </a:spcBef>
              <a:buNone/>
              <a:defRPr lang="en-US" sz="1100" b="0" u="none" strike="noStrike">
                <a:solidFill>
                  <a:srgbClr val="000000"/>
                </a:solidFill>
                <a:effectLst/>
                <a:uFillTx/>
                <a:latin typeface="UCL Sans"/>
              </a:defRPr>
            </a:lvl1pPr>
          </a:lstStyle>
          <a:p>
            <a:pPr indent="0" algn="r">
              <a:lnSpc>
                <a:spcPct val="90000"/>
              </a:lnSpc>
              <a:spcBef>
                <a:spcPts val="1001"/>
              </a:spcBef>
              <a:buNone/>
            </a:pPr>
            <a:r>
              <a:rPr lang="en-US" sz="1100" b="0" u="none" strike="noStrike">
                <a:solidFill>
                  <a:srgbClr val="000000"/>
                </a:solidFill>
                <a:effectLst/>
                <a:uFillTx/>
                <a:latin typeface="UCL Sans"/>
              </a:rPr>
              <a:t>Insert and image</a:t>
            </a:r>
            <a:endParaRPr lang="en-GB" sz="1100" b="0" u="none" strike="noStrike">
              <a:solidFill>
                <a:srgbClr val="000000"/>
              </a:solidFill>
              <a:effectLst/>
              <a:uFillTx/>
              <a:latin typeface="Arial"/>
            </a:endParaRPr>
          </a:p>
        </p:txBody>
      </p:sp>
      <p:pic>
        <p:nvPicPr>
          <p:cNvPr id="123" name="Picture 1" descr="UCL logo, University College London"/>
          <p:cNvPicPr/>
          <p:nvPr/>
        </p:nvPicPr>
        <p:blipFill>
          <a:blip r:embed="rId2"/>
          <a:stretch/>
        </p:blipFill>
        <p:spPr>
          <a:xfrm>
            <a:off x="8937720" y="5653440"/>
            <a:ext cx="2843280" cy="798120"/>
          </a:xfrm>
          <a:prstGeom prst="rect">
            <a:avLst/>
          </a:prstGeom>
          <a:noFill/>
          <a:ln w="19080">
            <a:noFill/>
          </a:ln>
        </p:spPr>
      </p:pic>
      <p:sp>
        <p:nvSpPr>
          <p:cNvPr id="117" name="PlaceHolder 2"/>
          <p:cNvSpPr>
            <a:spLocks noGrp="1"/>
          </p:cNvSpPr>
          <p:nvPr>
            <p:ph type="body"/>
          </p:nvPr>
        </p:nvSpPr>
        <p:spPr>
          <a:xfrm>
            <a:off x="1401480" y="0"/>
            <a:ext cx="5633280" cy="6858000"/>
          </a:xfrm>
          <a:prstGeom prst="rect">
            <a:avLst/>
          </a:prstGeom>
          <a:solidFill>
            <a:srgbClr val="3A1857"/>
          </a:solidFill>
          <a:ln w="19080">
            <a:noFill/>
          </a:ln>
        </p:spPr>
        <p:txBody>
          <a:bodyPr lIns="360000" tIns="360000" rIns="360000" bIns="360000" anchor="t">
            <a:normAutofit/>
          </a:bodyPr>
          <a:lstStyle>
            <a:lvl1pPr algn="l">
              <a:lnSpc>
                <a:spcPct val="100000"/>
              </a:lnSpc>
              <a:buClr>
                <a:srgbClr val="000000"/>
              </a:buClr>
              <a:buSzPct val="45000"/>
              <a:buFont typeface="Wingdings" charset="2"/>
              <a:buChar char=""/>
              <a:defRPr lang="en-GB" sz="4200" b="1" u="none" strike="noStrike">
                <a:solidFill>
                  <a:srgbClr val="B982FF"/>
                </a:solidFill>
                <a:effectLst/>
                <a:uFillTx/>
                <a:latin typeface="UCL Sans SemiBold"/>
              </a:defRPr>
            </a:lvl1pPr>
          </a:lstStyle>
          <a:p>
            <a:pPr marL="432000" indent="-324000" algn="l">
              <a:lnSpc>
                <a:spcPct val="100000"/>
              </a:lnSpc>
              <a:buClr>
                <a:srgbClr val="000000"/>
              </a:buClr>
              <a:buSzPct val="45000"/>
              <a:buFont typeface="Wingdings" charset="2"/>
              <a:buChar char=""/>
            </a:pPr>
            <a:r>
              <a:rPr lang="en-GB" sz="4200" b="1" u="none" strike="noStrike">
                <a:solidFill>
                  <a:srgbClr val="B982FF"/>
                </a:solidFill>
                <a:effectLst/>
                <a:uFillTx/>
                <a:latin typeface="UCL Sans SemiBold"/>
              </a:rPr>
              <a:t>Main Headline style slide UCL Sans SemiBold 42pt 2-3 lines max</a:t>
            </a:r>
            <a:endParaRPr lang="en-GB" sz="4200" b="0" u="none" strike="noStrike">
              <a:solidFill>
                <a:srgbClr val="FFFFFF"/>
              </a:solidFill>
              <a:effectLst/>
              <a:uFillTx/>
              <a:latin typeface="Arial"/>
            </a:endParaRPr>
          </a:p>
        </p:txBody>
      </p:sp>
      <p:sp>
        <p:nvSpPr>
          <p:cNvPr id="118" name="PlaceHolder 3"/>
          <p:cNvSpPr>
            <a:spLocks noGrp="1"/>
          </p:cNvSpPr>
          <p:nvPr>
            <p:ph type="body"/>
          </p:nvPr>
        </p:nvSpPr>
        <p:spPr>
          <a:xfrm>
            <a:off x="1791720" y="3455640"/>
            <a:ext cx="4807800" cy="707760"/>
          </a:xfrm>
          <a:prstGeom prst="rect">
            <a:avLst/>
          </a:prstGeom>
          <a:noFill/>
          <a:ln w="19080">
            <a:noFill/>
          </a:ln>
        </p:spPr>
        <p:txBody>
          <a:bodyPr lIns="0" tIns="0" rIns="0" bIns="0" anchor="t">
            <a:normAutofit lnSpcReduction="9999"/>
          </a:bodyPr>
          <a:lstStyle>
            <a:lvl1pPr indent="0" algn="l">
              <a:lnSpc>
                <a:spcPct val="100000"/>
              </a:lnSpc>
              <a:defRPr lang="en-GB" sz="2400" b="0" u="none" strike="noStrike">
                <a:solidFill>
                  <a:srgbClr val="B982FF"/>
                </a:solidFill>
                <a:effectLst/>
                <a:uFillTx/>
                <a:latin typeface="UCL Sans"/>
              </a:defRPr>
            </a:lvl1pPr>
            <a:lvl2pPr indent="0" algn="l">
              <a:lnSpc>
                <a:spcPct val="100000"/>
              </a:lnSpc>
              <a:defRPr lang="en-GB" sz="2400" b="0" u="none" strike="noStrike">
                <a:solidFill>
                  <a:srgbClr val="B982FF"/>
                </a:solidFill>
                <a:effectLst/>
                <a:uFillTx/>
                <a:latin typeface="UCL Sans"/>
              </a:defRPr>
            </a:lvl2pPr>
          </a:lstStyle>
          <a:p>
            <a:pPr indent="0" algn="l">
              <a:lnSpc>
                <a:spcPct val="100000"/>
              </a:lnSpc>
            </a:pPr>
            <a:r>
              <a:rPr lang="en-GB" sz="2400" b="0" u="none" strike="noStrike">
                <a:solidFill>
                  <a:srgbClr val="B982FF"/>
                </a:solidFill>
                <a:effectLst/>
                <a:uFillTx/>
                <a:latin typeface="UCL Sans"/>
              </a:rPr>
              <a:t>Names of Presenters,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B982FF"/>
                </a:solidFill>
                <a:effectLst/>
                <a:uFillTx/>
                <a:latin typeface="UCL Sans"/>
              </a:rPr>
              <a:t>UCL Sans regular 24pt</a:t>
            </a:r>
            <a:endParaRPr lang="en-GB" sz="2400" b="0" u="none" strike="noStrike">
              <a:solidFill>
                <a:srgbClr val="000000"/>
              </a:solidFill>
              <a:effectLst/>
              <a:uFillTx/>
              <a:latin typeface="Arial"/>
            </a:endParaRPr>
          </a:p>
        </p:txBody>
      </p:sp>
      <p:sp>
        <p:nvSpPr>
          <p:cNvPr id="119" name="PlaceHolder 4"/>
          <p:cNvSpPr>
            <a:spLocks noGrp="1"/>
          </p:cNvSpPr>
          <p:nvPr>
            <p:ph type="body"/>
          </p:nvPr>
        </p:nvSpPr>
        <p:spPr>
          <a:xfrm>
            <a:off x="1791720" y="4503240"/>
            <a:ext cx="4807800" cy="264960"/>
          </a:xfrm>
          <a:prstGeom prst="rect">
            <a:avLst/>
          </a:prstGeom>
          <a:noFill/>
          <a:ln w="19080">
            <a:noFill/>
          </a:ln>
        </p:spPr>
        <p:txBody>
          <a:bodyPr lIns="0" tIns="0" rIns="0" bIns="0" anchor="t">
            <a:normAutofit lnSpcReduction="9999"/>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Date, UCL Sans regular 18px</a:t>
            </a:r>
            <a:endParaRPr lang="en-GB" sz="1800" b="0" u="none" strike="noStrike">
              <a:solidFill>
                <a:srgbClr val="000000"/>
              </a:solidFill>
              <a:effectLst/>
              <a:uFillTx/>
              <a:latin typeface="Arial"/>
            </a:endParaRPr>
          </a:p>
        </p:txBody>
      </p:sp>
      <p:sp>
        <p:nvSpPr>
          <p:cNvPr id="120" name="Rectangle 3"/>
          <p:cNvSpPr/>
          <p:nvPr/>
        </p:nvSpPr>
        <p:spPr>
          <a:xfrm>
            <a:off x="-576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121" name="Rectangle 13"/>
          <p:cNvSpPr/>
          <p:nvPr/>
        </p:nvSpPr>
        <p:spPr>
          <a:xfrm>
            <a:off x="7034760" y="4680"/>
            <a:ext cx="470520" cy="685332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2-Layout1-cust-Complex_Title----2/3-line-heading,-image-and-text">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7560" y="0"/>
            <a:ext cx="12192120" cy="6858000"/>
          </a:xfrm>
          <a:prstGeom prst="rect">
            <a:avLst/>
          </a:prstGeom>
          <a:noFill/>
          <a:ln w="19080">
            <a:noFill/>
          </a:ln>
        </p:spPr>
        <p:txBody>
          <a:bodyPr lIns="91440" tIns="45720" rIns="91440" bIns="45720" anchor="t">
            <a:noAutofit/>
          </a:bodyPr>
          <a:lstStyle>
            <a:lvl1pPr indent="0" algn="r">
              <a:lnSpc>
                <a:spcPct val="90000"/>
              </a:lnSpc>
              <a:spcBef>
                <a:spcPts val="1001"/>
              </a:spcBef>
              <a:buNone/>
              <a:defRPr lang="en-US" sz="1100" b="0" u="none" strike="noStrike">
                <a:solidFill>
                  <a:srgbClr val="000000"/>
                </a:solidFill>
                <a:effectLst/>
                <a:uFillTx/>
                <a:latin typeface="UCL Sans"/>
              </a:defRPr>
            </a:lvl1pPr>
          </a:lstStyle>
          <a:p>
            <a:pPr indent="0" algn="r">
              <a:lnSpc>
                <a:spcPct val="90000"/>
              </a:lnSpc>
              <a:spcBef>
                <a:spcPts val="1001"/>
              </a:spcBef>
              <a:buNone/>
            </a:pPr>
            <a:r>
              <a:rPr lang="en-US" sz="1100" b="0" u="none" strike="noStrike">
                <a:solidFill>
                  <a:srgbClr val="000000"/>
                </a:solidFill>
                <a:effectLst/>
                <a:uFillTx/>
                <a:latin typeface="UCL Sans"/>
              </a:rPr>
              <a:t>Insert and image</a:t>
            </a:r>
            <a:endParaRPr lang="en-GB" sz="1100" b="0" u="none" strike="noStrike">
              <a:solidFill>
                <a:srgbClr val="000000"/>
              </a:solidFill>
              <a:effectLst/>
              <a:uFillTx/>
              <a:latin typeface="Arial"/>
            </a:endParaRPr>
          </a:p>
        </p:txBody>
      </p:sp>
      <p:pic>
        <p:nvPicPr>
          <p:cNvPr id="116" name="Picture 1" descr="UCL logo, University College London"/>
          <p:cNvPicPr/>
          <p:nvPr/>
        </p:nvPicPr>
        <p:blipFill>
          <a:blip r:embed="rId2"/>
          <a:stretch/>
        </p:blipFill>
        <p:spPr>
          <a:xfrm>
            <a:off x="8937720" y="5653440"/>
            <a:ext cx="2843280" cy="798120"/>
          </a:xfrm>
          <a:prstGeom prst="rect">
            <a:avLst/>
          </a:prstGeom>
          <a:noFill/>
          <a:ln w="19080">
            <a:noFill/>
          </a:ln>
        </p:spPr>
      </p:pic>
      <p:sp>
        <p:nvSpPr>
          <p:cNvPr id="117" name="PlaceHolder 2"/>
          <p:cNvSpPr>
            <a:spLocks noGrp="1"/>
          </p:cNvSpPr>
          <p:nvPr>
            <p:ph type="body"/>
          </p:nvPr>
        </p:nvSpPr>
        <p:spPr>
          <a:xfrm>
            <a:off x="1401480" y="0"/>
            <a:ext cx="5633280" cy="6858000"/>
          </a:xfrm>
          <a:prstGeom prst="rect">
            <a:avLst/>
          </a:prstGeom>
          <a:solidFill>
            <a:srgbClr val="3A1857"/>
          </a:solidFill>
          <a:ln w="19080">
            <a:noFill/>
          </a:ln>
        </p:spPr>
        <p:txBody>
          <a:bodyPr lIns="360000" tIns="360000" rIns="360000" bIns="360000" anchor="t">
            <a:normAutofit/>
          </a:bodyPr>
          <a:lstStyle>
            <a:lvl1pPr algn="l">
              <a:lnSpc>
                <a:spcPct val="100000"/>
              </a:lnSpc>
              <a:buClr>
                <a:srgbClr val="000000"/>
              </a:buClr>
              <a:buSzPct val="45000"/>
              <a:buFont typeface="Wingdings" charset="2"/>
              <a:buChar char=""/>
              <a:defRPr lang="en-GB" sz="4200" b="1" u="none" strike="noStrike">
                <a:solidFill>
                  <a:srgbClr val="B982FF"/>
                </a:solidFill>
                <a:effectLst/>
                <a:uFillTx/>
                <a:latin typeface="UCL Sans SemiBold"/>
              </a:defRPr>
            </a:lvl1pPr>
          </a:lstStyle>
          <a:p>
            <a:pPr marL="432000" indent="-324000" algn="l">
              <a:lnSpc>
                <a:spcPct val="100000"/>
              </a:lnSpc>
              <a:buClr>
                <a:srgbClr val="000000"/>
              </a:buClr>
              <a:buSzPct val="45000"/>
              <a:buFont typeface="Wingdings" charset="2"/>
              <a:buChar char=""/>
            </a:pPr>
            <a:r>
              <a:rPr lang="en-GB" sz="4200" b="1" u="none" strike="noStrike">
                <a:solidFill>
                  <a:srgbClr val="B982FF"/>
                </a:solidFill>
                <a:effectLst/>
                <a:uFillTx/>
                <a:latin typeface="UCL Sans SemiBold"/>
              </a:rPr>
              <a:t>Main Headline style slide UCL Sans SemiBold 42pt 2-3 lines max</a:t>
            </a:r>
            <a:endParaRPr lang="en-GB" sz="4200" b="0" u="none" strike="noStrike">
              <a:solidFill>
                <a:srgbClr val="FFFFFF"/>
              </a:solidFill>
              <a:effectLst/>
              <a:uFillTx/>
              <a:latin typeface="Arial"/>
            </a:endParaRPr>
          </a:p>
        </p:txBody>
      </p:sp>
      <p:sp>
        <p:nvSpPr>
          <p:cNvPr id="118" name="PlaceHolder 3"/>
          <p:cNvSpPr>
            <a:spLocks noGrp="1"/>
          </p:cNvSpPr>
          <p:nvPr>
            <p:ph type="body"/>
          </p:nvPr>
        </p:nvSpPr>
        <p:spPr>
          <a:xfrm>
            <a:off x="1791720" y="3455640"/>
            <a:ext cx="4807800" cy="707760"/>
          </a:xfrm>
          <a:prstGeom prst="rect">
            <a:avLst/>
          </a:prstGeom>
          <a:noFill/>
          <a:ln w="19080">
            <a:noFill/>
          </a:ln>
        </p:spPr>
        <p:txBody>
          <a:bodyPr lIns="0" tIns="0" rIns="0" bIns="0" anchor="t">
            <a:normAutofit lnSpcReduction="9999"/>
          </a:bodyPr>
          <a:lstStyle>
            <a:lvl1pPr indent="0" algn="l">
              <a:lnSpc>
                <a:spcPct val="100000"/>
              </a:lnSpc>
              <a:defRPr lang="en-GB" sz="2400" b="0" u="none" strike="noStrike">
                <a:solidFill>
                  <a:srgbClr val="B982FF"/>
                </a:solidFill>
                <a:effectLst/>
                <a:uFillTx/>
                <a:latin typeface="UCL Sans"/>
              </a:defRPr>
            </a:lvl1pPr>
            <a:lvl2pPr indent="0" algn="l">
              <a:lnSpc>
                <a:spcPct val="100000"/>
              </a:lnSpc>
              <a:defRPr lang="en-GB" sz="2400" b="0" u="none" strike="noStrike">
                <a:solidFill>
                  <a:srgbClr val="B982FF"/>
                </a:solidFill>
                <a:effectLst/>
                <a:uFillTx/>
                <a:latin typeface="UCL Sans"/>
              </a:defRPr>
            </a:lvl2pPr>
          </a:lstStyle>
          <a:p>
            <a:pPr indent="0" algn="l">
              <a:lnSpc>
                <a:spcPct val="100000"/>
              </a:lnSpc>
            </a:pPr>
            <a:r>
              <a:rPr lang="en-GB" sz="2400" b="0" u="none" strike="noStrike">
                <a:solidFill>
                  <a:srgbClr val="B982FF"/>
                </a:solidFill>
                <a:effectLst/>
                <a:uFillTx/>
                <a:latin typeface="UCL Sans"/>
              </a:rPr>
              <a:t>Names of Presenters,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B982FF"/>
                </a:solidFill>
                <a:effectLst/>
                <a:uFillTx/>
                <a:latin typeface="UCL Sans"/>
              </a:rPr>
              <a:t>UCL Sans regular 24pt</a:t>
            </a:r>
            <a:endParaRPr lang="en-GB" sz="2400" b="0" u="none" strike="noStrike">
              <a:solidFill>
                <a:srgbClr val="000000"/>
              </a:solidFill>
              <a:effectLst/>
              <a:uFillTx/>
              <a:latin typeface="Arial"/>
            </a:endParaRPr>
          </a:p>
        </p:txBody>
      </p:sp>
      <p:sp>
        <p:nvSpPr>
          <p:cNvPr id="119" name="PlaceHolder 4"/>
          <p:cNvSpPr>
            <a:spLocks noGrp="1"/>
          </p:cNvSpPr>
          <p:nvPr>
            <p:ph type="body"/>
          </p:nvPr>
        </p:nvSpPr>
        <p:spPr>
          <a:xfrm>
            <a:off x="1791720" y="4503240"/>
            <a:ext cx="4807800" cy="264960"/>
          </a:xfrm>
          <a:prstGeom prst="rect">
            <a:avLst/>
          </a:prstGeom>
          <a:noFill/>
          <a:ln w="19080">
            <a:noFill/>
          </a:ln>
        </p:spPr>
        <p:txBody>
          <a:bodyPr lIns="0" tIns="0" rIns="0" bIns="0" anchor="t">
            <a:normAutofit lnSpcReduction="9999"/>
          </a:bodyPr>
          <a:lstStyle>
            <a:lvl1pPr indent="0" algn="l">
              <a:lnSpc>
                <a:spcPct val="100000"/>
              </a:lnSpc>
              <a:defRPr lang="en-GB" sz="1800" b="0" u="none" strike="noStrike">
                <a:solidFill>
                  <a:srgbClr val="FAFAFA"/>
                </a:solidFill>
                <a:effectLst/>
                <a:uFillTx/>
                <a:latin typeface="UCL Sans"/>
              </a:defRPr>
            </a:lvl1pPr>
          </a:lstStyle>
          <a:p>
            <a:pPr indent="0" algn="l">
              <a:lnSpc>
                <a:spcPct val="100000"/>
              </a:lnSpc>
            </a:pPr>
            <a:r>
              <a:rPr lang="en-GB" sz="1800" b="0" u="none" strike="noStrike">
                <a:solidFill>
                  <a:srgbClr val="FAFAFA"/>
                </a:solidFill>
                <a:effectLst/>
                <a:uFillTx/>
                <a:latin typeface="UCL Sans"/>
              </a:rPr>
              <a:t>Date, UCL Sans regular 18px</a:t>
            </a:r>
            <a:endParaRPr lang="en-GB" sz="1800" b="0" u="none" strike="noStrike">
              <a:solidFill>
                <a:srgbClr val="000000"/>
              </a:solidFill>
              <a:effectLst/>
              <a:uFillTx/>
              <a:latin typeface="Arial"/>
            </a:endParaRPr>
          </a:p>
        </p:txBody>
      </p:sp>
      <p:sp>
        <p:nvSpPr>
          <p:cNvPr id="120" name="Rectangle 3"/>
          <p:cNvSpPr/>
          <p:nvPr/>
        </p:nvSpPr>
        <p:spPr>
          <a:xfrm>
            <a:off x="-576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121" name="Rectangle 13"/>
          <p:cNvSpPr/>
          <p:nvPr/>
        </p:nvSpPr>
        <p:spPr>
          <a:xfrm>
            <a:off x="7034760" y="4680"/>
            <a:ext cx="470520" cy="685332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2-cust-Complex-_Content-–-1-column-title-and-text">
    <p:bg>
      <p:bgPr>
        <a:solidFill>
          <a:srgbClr val="FFFFFF"/>
        </a:solid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5136120" y="409680"/>
            <a:ext cx="660456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Divider section Title </a:t>
            </a:r>
            <a:br>
              <a:rPr sz="3600"/>
            </a:br>
            <a:r>
              <a:rPr lang="en-GB" sz="3600" b="0" u="none" strike="noStrike">
                <a:solidFill>
                  <a:srgbClr val="FAFAFA"/>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28" name="PlaceHolder 2"/>
          <p:cNvSpPr>
            <a:spLocks noGrp="1"/>
          </p:cNvSpPr>
          <p:nvPr>
            <p:ph type="body"/>
          </p:nvPr>
        </p:nvSpPr>
        <p:spPr>
          <a:xfrm>
            <a:off x="5136120" y="1917000"/>
            <a:ext cx="6604560" cy="35283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1800" b="0" u="none" strike="noStrike">
                <a:solidFill>
                  <a:srgbClr val="FAFAFA"/>
                </a:solidFill>
                <a:effectLst/>
                <a:uFillTx/>
                <a:latin typeface="UCL Sans"/>
              </a:defRPr>
            </a:lvl1pPr>
            <a:lvl2pPr lvl="1" algn="l">
              <a:lnSpc>
                <a:spcPct val="100000"/>
              </a:lnSpc>
              <a:spcBef>
                <a:spcPts val="1134"/>
              </a:spcBef>
              <a:buClr>
                <a:srgbClr val="000000"/>
              </a:buClr>
              <a:buSzPct val="75000"/>
              <a:buFont typeface="Symbol" charset="2"/>
              <a:buChar char=""/>
              <a:defRPr lang="en-GB" sz="1800" b="0" u="none" strike="noStrike">
                <a:solidFill>
                  <a:srgbClr val="FAFAFA"/>
                </a:solidFill>
                <a:effectLst/>
                <a:uFillTx/>
                <a:latin typeface="UCL Sans"/>
              </a:defRPr>
            </a:lvl2pPr>
          </a:lstStyle>
          <a:p>
            <a:pPr marL="432000" indent="-324000" algn="l">
              <a:lnSpc>
                <a:spcPct val="100000"/>
              </a:lnSpc>
              <a:buClr>
                <a:srgbClr val="000000"/>
              </a:buClr>
              <a:buSzPct val="45000"/>
              <a:buFont typeface="Wingdings" charset="2"/>
              <a:buChar char=""/>
            </a:pPr>
            <a:r>
              <a:rPr lang="en-GB" sz="1800" b="0" u="none" strike="noStrike">
                <a:solidFill>
                  <a:srgbClr val="FAFAFA"/>
                </a:solidFill>
                <a:effectLst/>
                <a:uFillTx/>
                <a:latin typeface="UCL Sans"/>
              </a:rPr>
              <a:t>Body text, </a:t>
            </a:r>
            <a:endParaRPr lang="en-GB"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800" b="0" u="none" strike="noStrike">
                <a:solidFill>
                  <a:srgbClr val="FAFAFA"/>
                </a:solidFill>
                <a:effectLst/>
                <a:uFillTx/>
                <a:latin typeface="UCL Sans"/>
              </a:rPr>
              <a:t>UCL Sans Regular 18pt</a:t>
            </a:r>
            <a:endParaRPr lang="en-GB" sz="1800" b="0" u="none" strike="noStrike">
              <a:solidFill>
                <a:srgbClr val="000000"/>
              </a:solidFill>
              <a:effectLst/>
              <a:uFillTx/>
              <a:latin typeface="Arial"/>
            </a:endParaRPr>
          </a:p>
        </p:txBody>
      </p:sp>
      <p:sp>
        <p:nvSpPr>
          <p:cNvPr id="129" name="Rectangle 4"/>
          <p:cNvSpPr/>
          <p:nvPr/>
        </p:nvSpPr>
        <p:spPr>
          <a:xfrm>
            <a:off x="1353960" y="0"/>
            <a:ext cx="18921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130" name="Rectangle 5"/>
          <p:cNvSpPr/>
          <p:nvPr/>
        </p:nvSpPr>
        <p:spPr>
          <a:xfrm>
            <a:off x="4680" y="252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34" name="Picture 10"/>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Master2-Layout2-cust-Complex-_Content-–-1-column-title-and-text">
    <p:bg>
      <p:bgPr>
        <a:solidFill>
          <a:srgbClr val="FFFFFF"/>
        </a:solid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5136120" y="409680"/>
            <a:ext cx="6604560" cy="100980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Divider section Title </a:t>
            </a:r>
            <a:br>
              <a:rPr sz="3600"/>
            </a:br>
            <a:r>
              <a:rPr lang="en-GB" sz="3600" b="0" u="none" strike="noStrike">
                <a:solidFill>
                  <a:srgbClr val="FAFAFA"/>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28" name="PlaceHolder 2"/>
          <p:cNvSpPr>
            <a:spLocks noGrp="1"/>
          </p:cNvSpPr>
          <p:nvPr>
            <p:ph type="body"/>
          </p:nvPr>
        </p:nvSpPr>
        <p:spPr>
          <a:xfrm>
            <a:off x="5136120" y="1917000"/>
            <a:ext cx="6604560" cy="35283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1800" b="0" u="none" strike="noStrike">
                <a:solidFill>
                  <a:srgbClr val="FAFAFA"/>
                </a:solidFill>
                <a:effectLst/>
                <a:uFillTx/>
                <a:latin typeface="UCL Sans"/>
              </a:defRPr>
            </a:lvl1pPr>
            <a:lvl2pPr lvl="1" algn="l">
              <a:lnSpc>
                <a:spcPct val="100000"/>
              </a:lnSpc>
              <a:spcBef>
                <a:spcPts val="1134"/>
              </a:spcBef>
              <a:buClr>
                <a:srgbClr val="000000"/>
              </a:buClr>
              <a:buSzPct val="75000"/>
              <a:buFont typeface="Symbol" charset="2"/>
              <a:buChar char=""/>
              <a:defRPr lang="en-GB" sz="1800" b="0" u="none" strike="noStrike">
                <a:solidFill>
                  <a:srgbClr val="FAFAFA"/>
                </a:solidFill>
                <a:effectLst/>
                <a:uFillTx/>
                <a:latin typeface="UCL Sans"/>
              </a:defRPr>
            </a:lvl2pPr>
          </a:lstStyle>
          <a:p>
            <a:pPr marL="432000" indent="-324000" algn="l">
              <a:lnSpc>
                <a:spcPct val="100000"/>
              </a:lnSpc>
              <a:buClr>
                <a:srgbClr val="000000"/>
              </a:buClr>
              <a:buSzPct val="45000"/>
              <a:buFont typeface="Wingdings" charset="2"/>
              <a:buChar char=""/>
            </a:pPr>
            <a:r>
              <a:rPr lang="en-GB" sz="1800" b="0" u="none" strike="noStrike">
                <a:solidFill>
                  <a:srgbClr val="FAFAFA"/>
                </a:solidFill>
                <a:effectLst/>
                <a:uFillTx/>
                <a:latin typeface="UCL Sans"/>
              </a:rPr>
              <a:t>Body text, </a:t>
            </a:r>
            <a:endParaRPr lang="en-GB"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800" b="0" u="none" strike="noStrike">
                <a:solidFill>
                  <a:srgbClr val="FAFAFA"/>
                </a:solidFill>
                <a:effectLst/>
                <a:uFillTx/>
                <a:latin typeface="UCL Sans"/>
              </a:rPr>
              <a:t>UCL Sans Regular 18pt</a:t>
            </a:r>
            <a:endParaRPr lang="en-GB" sz="1800" b="0" u="none" strike="noStrike">
              <a:solidFill>
                <a:srgbClr val="000000"/>
              </a:solidFill>
              <a:effectLst/>
              <a:uFillTx/>
              <a:latin typeface="Arial"/>
            </a:endParaRPr>
          </a:p>
        </p:txBody>
      </p:sp>
      <p:sp>
        <p:nvSpPr>
          <p:cNvPr id="129" name="Rectangle 4"/>
          <p:cNvSpPr/>
          <p:nvPr/>
        </p:nvSpPr>
        <p:spPr>
          <a:xfrm>
            <a:off x="1353960" y="0"/>
            <a:ext cx="189216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130" name="Rectangle 5"/>
          <p:cNvSpPr/>
          <p:nvPr/>
        </p:nvSpPr>
        <p:spPr>
          <a:xfrm>
            <a:off x="4680" y="252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31" name="Picture 10"/>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3-cust-Complex-_-Divider-–-2-column-title,-text,-table,-image">
    <p:bg>
      <p:bgPr>
        <a:solidFill>
          <a:srgbClr val="FFFFFF"/>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135396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Headline </a:t>
            </a:r>
            <a:br>
              <a:rPr sz="3600"/>
            </a:br>
            <a:r>
              <a:rPr lang="en-GB" sz="3600" b="0" u="none" strike="noStrike">
                <a:solidFill>
                  <a:srgbClr val="FAFAFA"/>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36" name="PlaceHolder 2"/>
          <p:cNvSpPr>
            <a:spLocks noGrp="1"/>
          </p:cNvSpPr>
          <p:nvPr>
            <p:ph type="body"/>
          </p:nvPr>
        </p:nvSpPr>
        <p:spPr>
          <a:xfrm>
            <a:off x="1382760" y="2422440"/>
            <a:ext cx="372924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Subtitle, UCL Sans Regular 24pt</a:t>
            </a:r>
            <a:endParaRPr lang="en-GB" sz="2400" b="0" u="none" strike="noStrike">
              <a:solidFill>
                <a:srgbClr val="000000"/>
              </a:solidFill>
              <a:effectLst/>
              <a:uFillTx/>
              <a:latin typeface="Arial"/>
            </a:endParaRPr>
          </a:p>
        </p:txBody>
      </p:sp>
      <p:sp>
        <p:nvSpPr>
          <p:cNvPr id="137" name="PlaceHolder 3"/>
          <p:cNvSpPr>
            <a:spLocks noGrp="1"/>
          </p:cNvSpPr>
          <p:nvPr>
            <p:ph type="title"/>
          </p:nvPr>
        </p:nvSpPr>
        <p:spPr>
          <a:xfrm>
            <a:off x="1353960" y="3558600"/>
            <a:ext cx="2667960" cy="282888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38" name="PlaceHolder 4"/>
          <p:cNvSpPr>
            <a:spLocks noGrp="1"/>
          </p:cNvSpPr>
          <p:nvPr>
            <p:ph type="body"/>
          </p:nvPr>
        </p:nvSpPr>
        <p:spPr>
          <a:xfrm>
            <a:off x="5272920" y="882720"/>
            <a:ext cx="6508080" cy="41220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B982FF"/>
                </a:solidFill>
                <a:effectLst/>
                <a:uFillTx/>
                <a:latin typeface="UCL Sans"/>
              </a:defRPr>
            </a:lvl1pPr>
          </a:lstStyle>
          <a:p>
            <a:pPr indent="0" algn="l">
              <a:lnSpc>
                <a:spcPct val="100000"/>
              </a:lnSpc>
            </a:pPr>
            <a:r>
              <a:rPr lang="en-GB" sz="1800" b="0" u="none" strike="noStrike">
                <a:solidFill>
                  <a:srgbClr val="B982FF"/>
                </a:solidFill>
                <a:effectLst/>
                <a:uFillTx/>
                <a:latin typeface="UCL Sans"/>
              </a:rPr>
              <a:t>Text, UCL Sans Regular 18pt</a:t>
            </a:r>
            <a:endParaRPr lang="en-GB" sz="1800" b="0" u="none" strike="noStrike">
              <a:solidFill>
                <a:srgbClr val="000000"/>
              </a:solidFill>
              <a:effectLst/>
              <a:uFillTx/>
              <a:latin typeface="Arial"/>
            </a:endParaRPr>
          </a:p>
        </p:txBody>
      </p:sp>
      <p:sp>
        <p:nvSpPr>
          <p:cNvPr id="139" name="PlaceHolder 5"/>
          <p:cNvSpPr>
            <a:spLocks noGrp="1"/>
          </p:cNvSpPr>
          <p:nvPr>
            <p:ph type="title"/>
          </p:nvPr>
        </p:nvSpPr>
        <p:spPr>
          <a:xfrm>
            <a:off x="5275080" y="1419120"/>
            <a:ext cx="6507360" cy="440640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40" name="Rectangle 2"/>
          <p:cNvSpPr/>
          <p:nvPr/>
        </p:nvSpPr>
        <p:spPr>
          <a:xfrm>
            <a:off x="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41" name="Picture 7"/>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2-Layout3-cust-Complex-_-Divider-–-2-column-title,-text,-table,-image">
    <p:bg>
      <p:bgPr>
        <a:solidFill>
          <a:srgbClr val="FFFFFF"/>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1353960" y="409680"/>
            <a:ext cx="3757680" cy="183024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FAFAFA"/>
                </a:solidFill>
                <a:effectLst/>
                <a:uFillTx/>
                <a:latin typeface="UCL Sans SemiBold"/>
              </a:defRPr>
            </a:lvl1pPr>
          </a:lstStyle>
          <a:p>
            <a:pPr indent="0" algn="l">
              <a:lnSpc>
                <a:spcPct val="100000"/>
              </a:lnSpc>
              <a:buNone/>
            </a:pPr>
            <a:r>
              <a:rPr lang="en-GB" sz="3600" b="0" u="none" strike="noStrike">
                <a:solidFill>
                  <a:srgbClr val="FAFAFA"/>
                </a:solidFill>
                <a:effectLst/>
                <a:uFillTx/>
                <a:latin typeface="UCL Sans SemiBold"/>
              </a:rPr>
              <a:t>Headline </a:t>
            </a:r>
            <a:br>
              <a:rPr sz="3600"/>
            </a:br>
            <a:r>
              <a:rPr lang="en-GB" sz="3600" b="0" u="none" strike="noStrike">
                <a:solidFill>
                  <a:srgbClr val="FAFAFA"/>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36" name="PlaceHolder 2"/>
          <p:cNvSpPr>
            <a:spLocks noGrp="1"/>
          </p:cNvSpPr>
          <p:nvPr>
            <p:ph type="body"/>
          </p:nvPr>
        </p:nvSpPr>
        <p:spPr>
          <a:xfrm>
            <a:off x="1382760" y="2422440"/>
            <a:ext cx="3729240" cy="1006560"/>
          </a:xfrm>
          <a:prstGeom prst="rect">
            <a:avLst/>
          </a:prstGeom>
          <a:noFill/>
          <a:ln w="19080">
            <a:noFill/>
          </a:ln>
        </p:spPr>
        <p:txBody>
          <a:bodyPr lIns="0" tIns="0" rIns="0" bIns="0" anchor="t">
            <a:normAutofit/>
          </a:bodyPr>
          <a:lstStyle>
            <a:lvl1pPr algn="l">
              <a:lnSpc>
                <a:spcPct val="100000"/>
              </a:lnSpc>
              <a:buClr>
                <a:srgbClr val="000000"/>
              </a:buClr>
              <a:buSzPct val="45000"/>
              <a:buFont typeface="Wingdings" charset="2"/>
              <a:buChar char=""/>
              <a:defRPr lang="en-GB" sz="2400" b="0" u="none" strike="noStrike">
                <a:solidFill>
                  <a:srgbClr val="B982FF"/>
                </a:solidFill>
                <a:effectLst/>
                <a:uFillTx/>
                <a:latin typeface="UCL Sans"/>
              </a:defRPr>
            </a:lvl1pPr>
          </a:lstStyle>
          <a:p>
            <a:pPr marL="432000" indent="-324000" algn="l">
              <a:lnSpc>
                <a:spcPct val="100000"/>
              </a:lnSpc>
              <a:buClr>
                <a:srgbClr val="000000"/>
              </a:buClr>
              <a:buSzPct val="45000"/>
              <a:buFont typeface="Wingdings" charset="2"/>
              <a:buChar char=""/>
            </a:pPr>
            <a:r>
              <a:rPr lang="en-GB" sz="2400" b="0" u="none" strike="noStrike">
                <a:solidFill>
                  <a:srgbClr val="B982FF"/>
                </a:solidFill>
                <a:effectLst/>
                <a:uFillTx/>
                <a:latin typeface="UCL Sans"/>
              </a:rPr>
              <a:t>Subtitle, UCL Sans Regular 24pt</a:t>
            </a:r>
            <a:endParaRPr lang="en-GB" sz="2400" b="0" u="none" strike="noStrike">
              <a:solidFill>
                <a:srgbClr val="000000"/>
              </a:solidFill>
              <a:effectLst/>
              <a:uFillTx/>
              <a:latin typeface="Arial"/>
            </a:endParaRPr>
          </a:p>
        </p:txBody>
      </p:sp>
      <p:sp>
        <p:nvSpPr>
          <p:cNvPr id="137" name="PlaceHolder 3"/>
          <p:cNvSpPr>
            <a:spLocks noGrp="1"/>
          </p:cNvSpPr>
          <p:nvPr>
            <p:ph type="title"/>
          </p:nvPr>
        </p:nvSpPr>
        <p:spPr>
          <a:xfrm>
            <a:off x="1353960" y="3558600"/>
            <a:ext cx="2667960" cy="282888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38" name="PlaceHolder 4"/>
          <p:cNvSpPr>
            <a:spLocks noGrp="1"/>
          </p:cNvSpPr>
          <p:nvPr>
            <p:ph type="body"/>
          </p:nvPr>
        </p:nvSpPr>
        <p:spPr>
          <a:xfrm>
            <a:off x="5272920" y="882720"/>
            <a:ext cx="6508080" cy="412200"/>
          </a:xfrm>
          <a:prstGeom prst="rect">
            <a:avLst/>
          </a:prstGeom>
          <a:noFill/>
          <a:ln w="19080">
            <a:noFill/>
          </a:ln>
        </p:spPr>
        <p:txBody>
          <a:bodyPr lIns="0" tIns="0" rIns="0" bIns="0" anchor="t">
            <a:normAutofit/>
          </a:bodyPr>
          <a:lstStyle>
            <a:lvl1pPr indent="0" algn="l">
              <a:lnSpc>
                <a:spcPct val="100000"/>
              </a:lnSpc>
              <a:defRPr lang="en-GB" sz="1800" b="0" u="none" strike="noStrike">
                <a:solidFill>
                  <a:srgbClr val="B982FF"/>
                </a:solidFill>
                <a:effectLst/>
                <a:uFillTx/>
                <a:latin typeface="UCL Sans"/>
              </a:defRPr>
            </a:lvl1pPr>
          </a:lstStyle>
          <a:p>
            <a:pPr indent="0" algn="l">
              <a:lnSpc>
                <a:spcPct val="100000"/>
              </a:lnSpc>
            </a:pPr>
            <a:r>
              <a:rPr lang="en-GB" sz="1800" b="0" u="none" strike="noStrike">
                <a:solidFill>
                  <a:srgbClr val="B982FF"/>
                </a:solidFill>
                <a:effectLst/>
                <a:uFillTx/>
                <a:latin typeface="UCL Sans"/>
              </a:rPr>
              <a:t>Text, UCL Sans Regular 18pt</a:t>
            </a:r>
            <a:endParaRPr lang="en-GB" sz="1800" b="0" u="none" strike="noStrike">
              <a:solidFill>
                <a:srgbClr val="000000"/>
              </a:solidFill>
              <a:effectLst/>
              <a:uFillTx/>
              <a:latin typeface="Arial"/>
            </a:endParaRPr>
          </a:p>
        </p:txBody>
      </p:sp>
      <p:sp>
        <p:nvSpPr>
          <p:cNvPr id="139" name="PlaceHolder 5"/>
          <p:cNvSpPr>
            <a:spLocks noGrp="1"/>
          </p:cNvSpPr>
          <p:nvPr>
            <p:ph type="title"/>
          </p:nvPr>
        </p:nvSpPr>
        <p:spPr>
          <a:xfrm>
            <a:off x="5275080" y="1419120"/>
            <a:ext cx="6507360" cy="440640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40" name="Rectangle 2"/>
          <p:cNvSpPr/>
          <p:nvPr/>
        </p:nvSpPr>
        <p:spPr>
          <a:xfrm>
            <a:off x="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47" name="Picture 7"/>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4-cust-Complex-_Content-–-2-column-1-title,-2-images,-2-text-">
    <p:bg>
      <p:bgPr>
        <a:solidFill>
          <a:srgbClr val="FFFFFF"/>
        </a:solidFill>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1353960" y="409680"/>
            <a:ext cx="5965200" cy="124236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49" name="PlaceHolder 2"/>
          <p:cNvSpPr>
            <a:spLocks noGrp="1"/>
          </p:cNvSpPr>
          <p:nvPr>
            <p:ph type="title"/>
          </p:nvPr>
        </p:nvSpPr>
        <p:spPr>
          <a:xfrm>
            <a:off x="1353960" y="2046600"/>
            <a:ext cx="5070960" cy="21603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50" name="PlaceHolder 3"/>
          <p:cNvSpPr>
            <a:spLocks noGrp="1"/>
          </p:cNvSpPr>
          <p:nvPr>
            <p:ph type="body"/>
          </p:nvPr>
        </p:nvSpPr>
        <p:spPr>
          <a:xfrm>
            <a:off x="1353240" y="4438800"/>
            <a:ext cx="5070960" cy="1006560"/>
          </a:xfrm>
          <a:prstGeom prst="rect">
            <a:avLst/>
          </a:prstGeom>
          <a:noFill/>
          <a:ln w="19080">
            <a:noFill/>
          </a:ln>
        </p:spPr>
        <p:txBody>
          <a:bodyPr lIns="91440" tIns="45720" rIns="91440" bIns="45720" anchor="t">
            <a:normAutofit/>
          </a:bodyPr>
          <a:lstStyle>
            <a:lvl1pPr indent="-228600" algn="l">
              <a:lnSpc>
                <a:spcPct val="100000"/>
              </a:lnSpc>
              <a:buClr>
                <a:srgbClr val="000000"/>
              </a:buClr>
              <a:buSzPct val="45000"/>
              <a:buFont typeface="Wingdings" charset="2"/>
              <a:buChar char=""/>
              <a:defRPr lang="en-GB" sz="1800" b="0" u="none" strike="noStrike">
                <a:solidFill>
                  <a:srgbClr val="000000"/>
                </a:solidFill>
                <a:effectLst/>
                <a:uFillTx/>
                <a:latin typeface="UCL Sans"/>
              </a:defRPr>
            </a:lvl1pPr>
          </a:lstStyle>
          <a:p>
            <a:pPr marL="432000" indent="-324000" algn="l">
              <a:lnSpc>
                <a:spcPct val="100000"/>
              </a:lnSpc>
              <a:buClr>
                <a:srgbClr val="000000"/>
              </a:buClr>
              <a:buSzPct val="45000"/>
              <a:buFont typeface="Wingdings" charset="2"/>
              <a:buChar char=""/>
            </a:pPr>
            <a:r>
              <a:rPr lang="en-GB" sz="1800" b="0" u="none" strike="noStrike">
                <a:solidFill>
                  <a:srgbClr val="000000"/>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151" name="PlaceHolder 4"/>
          <p:cNvSpPr>
            <a:spLocks noGrp="1"/>
          </p:cNvSpPr>
          <p:nvPr>
            <p:ph type="title"/>
          </p:nvPr>
        </p:nvSpPr>
        <p:spPr>
          <a:xfrm>
            <a:off x="6686280" y="2046600"/>
            <a:ext cx="5070960" cy="21603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52" name="PlaceHolder 5"/>
          <p:cNvSpPr>
            <a:spLocks noGrp="1"/>
          </p:cNvSpPr>
          <p:nvPr>
            <p:ph type="body"/>
          </p:nvPr>
        </p:nvSpPr>
        <p:spPr>
          <a:xfrm>
            <a:off x="6686280" y="4438800"/>
            <a:ext cx="5049000" cy="1006560"/>
          </a:xfrm>
          <a:prstGeom prst="rect">
            <a:avLst/>
          </a:prstGeom>
          <a:noFill/>
          <a:ln w="19080">
            <a:noFill/>
          </a:ln>
        </p:spPr>
        <p:txBody>
          <a:bodyPr lIns="91440" tIns="45720" rIns="91440" bIns="45720" anchor="t">
            <a:normAutofit/>
          </a:bodyPr>
          <a:lstStyle>
            <a:lvl1pPr indent="-228600" algn="l">
              <a:lnSpc>
                <a:spcPct val="100000"/>
              </a:lnSpc>
              <a:defRPr lang="en-GB" sz="1800" b="0" u="none" strike="noStrike">
                <a:solidFill>
                  <a:srgbClr val="000000"/>
                </a:solidFill>
                <a:effectLst/>
                <a:uFillTx/>
                <a:latin typeface="UCL Sans"/>
              </a:defRPr>
            </a:lvl1pPr>
          </a:lstStyle>
          <a:p>
            <a:pPr marL="228600" indent="0" algn="l">
              <a:lnSpc>
                <a:spcPct val="100000"/>
              </a:lnSpc>
            </a:pPr>
            <a:r>
              <a:rPr lang="en-GB" sz="1800" b="0" u="none" strike="noStrike">
                <a:solidFill>
                  <a:srgbClr val="000000"/>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153" name="Rectangle 5"/>
          <p:cNvSpPr/>
          <p:nvPr/>
        </p:nvSpPr>
        <p:spPr>
          <a:xfrm>
            <a:off x="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54" name="Picture 8"/>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2-Layout4-cust-Complex-_Content-–-2-column-1-title,-2-images,-2-text-">
    <p:bg>
      <p:bgPr>
        <a:solidFill>
          <a:srgbClr val="FFFFFF"/>
        </a:solidFill>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1353960" y="409680"/>
            <a:ext cx="5965200" cy="124236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49" name="PlaceHolder 2"/>
          <p:cNvSpPr>
            <a:spLocks noGrp="1"/>
          </p:cNvSpPr>
          <p:nvPr>
            <p:ph type="title"/>
          </p:nvPr>
        </p:nvSpPr>
        <p:spPr>
          <a:xfrm>
            <a:off x="1353960" y="2046600"/>
            <a:ext cx="5070960" cy="21603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50" name="PlaceHolder 3"/>
          <p:cNvSpPr>
            <a:spLocks noGrp="1"/>
          </p:cNvSpPr>
          <p:nvPr>
            <p:ph type="body"/>
          </p:nvPr>
        </p:nvSpPr>
        <p:spPr>
          <a:xfrm>
            <a:off x="1353240" y="4438800"/>
            <a:ext cx="5070960" cy="1006560"/>
          </a:xfrm>
          <a:prstGeom prst="rect">
            <a:avLst/>
          </a:prstGeom>
          <a:noFill/>
          <a:ln w="19080">
            <a:noFill/>
          </a:ln>
        </p:spPr>
        <p:txBody>
          <a:bodyPr lIns="91440" tIns="45720" rIns="91440" bIns="45720" anchor="t">
            <a:normAutofit/>
          </a:bodyPr>
          <a:lstStyle>
            <a:lvl1pPr indent="-228600" algn="l">
              <a:lnSpc>
                <a:spcPct val="100000"/>
              </a:lnSpc>
              <a:buClr>
                <a:srgbClr val="000000"/>
              </a:buClr>
              <a:buSzPct val="45000"/>
              <a:buFont typeface="Wingdings" charset="2"/>
              <a:buChar char=""/>
              <a:defRPr lang="en-GB" sz="1800" b="0" u="none" strike="noStrike">
                <a:solidFill>
                  <a:srgbClr val="000000"/>
                </a:solidFill>
                <a:effectLst/>
                <a:uFillTx/>
                <a:latin typeface="UCL Sans"/>
              </a:defRPr>
            </a:lvl1pPr>
          </a:lstStyle>
          <a:p>
            <a:pPr marL="432000" indent="-324000" algn="l">
              <a:lnSpc>
                <a:spcPct val="100000"/>
              </a:lnSpc>
              <a:buClr>
                <a:srgbClr val="000000"/>
              </a:buClr>
              <a:buSzPct val="45000"/>
              <a:buFont typeface="Wingdings" charset="2"/>
              <a:buChar char=""/>
            </a:pPr>
            <a:r>
              <a:rPr lang="en-GB" sz="1800" b="0" u="none" strike="noStrike">
                <a:solidFill>
                  <a:srgbClr val="000000"/>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151" name="PlaceHolder 4"/>
          <p:cNvSpPr>
            <a:spLocks noGrp="1"/>
          </p:cNvSpPr>
          <p:nvPr>
            <p:ph type="title"/>
          </p:nvPr>
        </p:nvSpPr>
        <p:spPr>
          <a:xfrm>
            <a:off x="6686280" y="2046600"/>
            <a:ext cx="5070960" cy="21603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52" name="PlaceHolder 5"/>
          <p:cNvSpPr>
            <a:spLocks noGrp="1"/>
          </p:cNvSpPr>
          <p:nvPr>
            <p:ph type="body"/>
          </p:nvPr>
        </p:nvSpPr>
        <p:spPr>
          <a:xfrm>
            <a:off x="6686280" y="4438800"/>
            <a:ext cx="5049000" cy="1006560"/>
          </a:xfrm>
          <a:prstGeom prst="rect">
            <a:avLst/>
          </a:prstGeom>
          <a:noFill/>
          <a:ln w="19080">
            <a:noFill/>
          </a:ln>
        </p:spPr>
        <p:txBody>
          <a:bodyPr lIns="91440" tIns="45720" rIns="91440" bIns="45720" anchor="t">
            <a:normAutofit/>
          </a:bodyPr>
          <a:lstStyle>
            <a:lvl1pPr indent="-228600" algn="l">
              <a:lnSpc>
                <a:spcPct val="100000"/>
              </a:lnSpc>
              <a:defRPr lang="en-GB" sz="1800" b="0" u="none" strike="noStrike">
                <a:solidFill>
                  <a:srgbClr val="000000"/>
                </a:solidFill>
                <a:effectLst/>
                <a:uFillTx/>
                <a:latin typeface="UCL Sans"/>
              </a:defRPr>
            </a:lvl1pPr>
          </a:lstStyle>
          <a:p>
            <a:pPr marL="228600" indent="0" algn="l">
              <a:lnSpc>
                <a:spcPct val="100000"/>
              </a:lnSpc>
            </a:pPr>
            <a:r>
              <a:rPr lang="en-GB" sz="1800" b="0" u="none" strike="noStrike">
                <a:solidFill>
                  <a:srgbClr val="000000"/>
                </a:solidFill>
                <a:effectLst/>
                <a:uFillTx/>
                <a:latin typeface="UCL Sans"/>
              </a:rPr>
              <a:t>Body text, UCL Sans Regular 18pt</a:t>
            </a:r>
            <a:endParaRPr lang="en-GB" sz="1800" b="0" u="none" strike="noStrike">
              <a:solidFill>
                <a:srgbClr val="000000"/>
              </a:solidFill>
              <a:effectLst/>
              <a:uFillTx/>
              <a:latin typeface="Arial"/>
            </a:endParaRPr>
          </a:p>
        </p:txBody>
      </p:sp>
      <p:sp>
        <p:nvSpPr>
          <p:cNvPr id="153" name="Rectangle 5"/>
          <p:cNvSpPr/>
          <p:nvPr/>
        </p:nvSpPr>
        <p:spPr>
          <a:xfrm>
            <a:off x="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60" name="Picture 8"/>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5-cust-1_Complex-_Content-–-2-column-1-title,-2-images,-2-text-">
    <p:bg>
      <p:bgPr>
        <a:solidFill>
          <a:srgbClr val="FFFFFF"/>
        </a:solidFill>
      </p:bgPr>
    </p:bg>
    <p:spTree>
      <p:nvGrpSpPr>
        <p:cNvPr id="1" name=""/>
        <p:cNvGrpSpPr/>
        <p:nvPr/>
      </p:nvGrpSpPr>
      <p:grpSpPr>
        <a:xfrm>
          <a:off x="0" y="0"/>
          <a:ext cx="0" cy="0"/>
          <a:chOff x="0" y="0"/>
          <a:chExt cx="0" cy="0"/>
        </a:xfrm>
      </p:grpSpPr>
      <p:sp>
        <p:nvSpPr>
          <p:cNvPr id="161" name="PlaceHolder 1"/>
          <p:cNvSpPr>
            <a:spLocks noGrp="1"/>
          </p:cNvSpPr>
          <p:nvPr>
            <p:ph type="title"/>
          </p:nvPr>
        </p:nvSpPr>
        <p:spPr>
          <a:xfrm>
            <a:off x="1343520" y="409680"/>
            <a:ext cx="5965200" cy="124236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62" name="PlaceHolder 2"/>
          <p:cNvSpPr>
            <a:spLocks noGrp="1"/>
          </p:cNvSpPr>
          <p:nvPr>
            <p:ph type="title"/>
          </p:nvPr>
        </p:nvSpPr>
        <p:spPr>
          <a:xfrm>
            <a:off x="1343520" y="2046600"/>
            <a:ext cx="4502160" cy="33987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63" name="PlaceHolder 3"/>
          <p:cNvSpPr>
            <a:spLocks noGrp="1"/>
          </p:cNvSpPr>
          <p:nvPr>
            <p:ph type="body"/>
          </p:nvPr>
        </p:nvSpPr>
        <p:spPr>
          <a:xfrm>
            <a:off x="6095880" y="2046600"/>
            <a:ext cx="5684760" cy="33987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1800" b="0" u="none" strike="noStrike">
                <a:solidFill>
                  <a:srgbClr val="000000"/>
                </a:solidFill>
                <a:effectLst/>
                <a:uFillTx/>
                <a:latin typeface="UCL Sans"/>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UCL Sans"/>
              </a:defRPr>
            </a:lvl2pPr>
          </a:lstStyle>
          <a:p>
            <a:pPr marL="432000" indent="-324000" algn="l">
              <a:lnSpc>
                <a:spcPct val="100000"/>
              </a:lnSpc>
              <a:buClr>
                <a:srgbClr val="000000"/>
              </a:buClr>
              <a:buSzPct val="45000"/>
              <a:buFont typeface="Wingdings" charset="2"/>
              <a:buChar char=""/>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64" name="Rectangle 5"/>
          <p:cNvSpPr/>
          <p:nvPr/>
        </p:nvSpPr>
        <p:spPr>
          <a:xfrm>
            <a:off x="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69" name="Picture 1"/>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clipArtAndTx" preserve="1">
  <p:cSld name="Master2-Layout5-cust-1_Complex-_Content-–-2-column-1-title,-2-images,-2-text-">
    <p:bg>
      <p:bgPr>
        <a:solidFill>
          <a:srgbClr val="FFFFFF"/>
        </a:solidFill>
      </p:bgPr>
    </p:bg>
    <p:spTree>
      <p:nvGrpSpPr>
        <p:cNvPr id="1" name=""/>
        <p:cNvGrpSpPr/>
        <p:nvPr/>
      </p:nvGrpSpPr>
      <p:grpSpPr>
        <a:xfrm>
          <a:off x="0" y="0"/>
          <a:ext cx="0" cy="0"/>
          <a:chOff x="0" y="0"/>
          <a:chExt cx="0" cy="0"/>
        </a:xfrm>
      </p:grpSpPr>
      <p:sp>
        <p:nvSpPr>
          <p:cNvPr id="161" name="PlaceHolder 1"/>
          <p:cNvSpPr>
            <a:spLocks noGrp="1"/>
          </p:cNvSpPr>
          <p:nvPr>
            <p:ph type="title"/>
          </p:nvPr>
        </p:nvSpPr>
        <p:spPr>
          <a:xfrm>
            <a:off x="1343520" y="409680"/>
            <a:ext cx="5965200" cy="1242360"/>
          </a:xfrm>
          <a:prstGeom prst="rect">
            <a:avLst/>
          </a:prstGeom>
          <a:noFill/>
          <a:ln w="19080">
            <a:noFill/>
          </a:ln>
        </p:spPr>
        <p:txBody>
          <a:bodyPr lIns="91440" tIns="45720" rIns="91440" bIns="45720" anchor="t">
            <a:noAutofit/>
          </a:bodyPr>
          <a:lstStyle>
            <a:lvl1pPr indent="0" algn="l">
              <a:lnSpc>
                <a:spcPct val="100000"/>
              </a:lnSpc>
              <a:buNone/>
              <a:defRPr lang="en-GB" sz="3600" b="0" u="none" strike="noStrike">
                <a:solidFill>
                  <a:srgbClr val="3A1857"/>
                </a:solidFill>
                <a:effectLst/>
                <a:uFillTx/>
                <a:latin typeface="UCL Sans SemiBold"/>
              </a:defRPr>
            </a:lvl1pPr>
          </a:lstStyle>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162" name="PlaceHolder 2"/>
          <p:cNvSpPr>
            <a:spLocks noGrp="1"/>
          </p:cNvSpPr>
          <p:nvPr>
            <p:ph type="title"/>
          </p:nvPr>
        </p:nvSpPr>
        <p:spPr>
          <a:xfrm>
            <a:off x="1343520" y="2046600"/>
            <a:ext cx="4502160" cy="33987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63" name="PlaceHolder 3"/>
          <p:cNvSpPr>
            <a:spLocks noGrp="1"/>
          </p:cNvSpPr>
          <p:nvPr>
            <p:ph type="body"/>
          </p:nvPr>
        </p:nvSpPr>
        <p:spPr>
          <a:xfrm>
            <a:off x="6095880" y="2046600"/>
            <a:ext cx="5684760" cy="3398760"/>
          </a:xfrm>
          <a:prstGeom prst="rect">
            <a:avLst/>
          </a:prstGeom>
          <a:noFill/>
          <a:ln w="19080">
            <a:noFill/>
          </a:ln>
        </p:spPr>
        <p:txBody>
          <a:bodyPr lIns="91440" tIns="45720" rIns="91440" bIns="45720" anchor="t">
            <a:normAutofit/>
          </a:bodyPr>
          <a:lstStyle>
            <a:lvl1pPr algn="l">
              <a:lnSpc>
                <a:spcPct val="100000"/>
              </a:lnSpc>
              <a:buClr>
                <a:srgbClr val="000000"/>
              </a:buClr>
              <a:buSzPct val="45000"/>
              <a:buFont typeface="Wingdings" charset="2"/>
              <a:buChar char=""/>
              <a:defRPr lang="en-GB" sz="1800" b="0" u="none" strike="noStrike">
                <a:solidFill>
                  <a:srgbClr val="000000"/>
                </a:solidFill>
                <a:effectLst/>
                <a:uFillTx/>
                <a:latin typeface="UCL Sans"/>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UCL Sans"/>
              </a:defRPr>
            </a:lvl2pPr>
          </a:lstStyle>
          <a:p>
            <a:pPr marL="432000" indent="-324000" algn="l">
              <a:lnSpc>
                <a:spcPct val="100000"/>
              </a:lnSpc>
              <a:buClr>
                <a:srgbClr val="000000"/>
              </a:buClr>
              <a:buSzPct val="45000"/>
              <a:buFont typeface="Wingdings" charset="2"/>
              <a:buChar char=""/>
            </a:pPr>
            <a:r>
              <a:rPr lang="en-GB" sz="1800" b="0" u="none" strike="noStrike">
                <a:solidFill>
                  <a:srgbClr val="000000"/>
                </a:solidFill>
                <a:effectLst/>
                <a:uFillTx/>
                <a:latin typeface="UCL Sans"/>
              </a:rPr>
              <a:t>Body text, </a:t>
            </a:r>
            <a:endParaRPr lang="en-GB"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64" name="Rectangle 5"/>
          <p:cNvSpPr/>
          <p:nvPr/>
        </p:nvSpPr>
        <p:spPr>
          <a:xfrm>
            <a:off x="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65" name="Picture 1"/>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6-cust-Complex-_Content-–-4-column-title,-4-images,-4-text">
    <p:bg>
      <p:bgPr>
        <a:solidFill>
          <a:srgbClr val="FFFFFF"/>
        </a:solidFill>
      </p:bgPr>
    </p:bg>
    <p:spTree>
      <p:nvGrpSpPr>
        <p:cNvPr id="1" name=""/>
        <p:cNvGrpSpPr/>
        <p:nvPr/>
      </p:nvGrpSpPr>
      <p:grpSpPr>
        <a:xfrm>
          <a:off x="0" y="0"/>
          <a:ext cx="0" cy="0"/>
          <a:chOff x="0" y="0"/>
          <a:chExt cx="0" cy="0"/>
        </a:xfrm>
      </p:grpSpPr>
      <p:sp>
        <p:nvSpPr>
          <p:cNvPr id="170" name="PlaceHolder 1"/>
          <p:cNvSpPr>
            <a:spLocks noGrp="1"/>
          </p:cNvSpPr>
          <p:nvPr>
            <p:ph type="body"/>
          </p:nvPr>
        </p:nvSpPr>
        <p:spPr>
          <a:xfrm>
            <a:off x="1353960" y="409680"/>
            <a:ext cx="8569800" cy="1378080"/>
          </a:xfrm>
          <a:prstGeom prst="rect">
            <a:avLst/>
          </a:prstGeom>
          <a:noFill/>
          <a:ln w="19080">
            <a:noFill/>
          </a:ln>
        </p:spPr>
        <p:txBody>
          <a:bodyPr lIns="91440" tIns="45720" rIns="91440" bIns="45720" anchor="t">
            <a:normAutofit/>
          </a:bodyPr>
          <a:lstStyle>
            <a:lvl1pPr marL="228600" indent="-228600" algn="l">
              <a:lnSpc>
                <a:spcPct val="100000"/>
              </a:lnSpc>
              <a:buClr>
                <a:srgbClr val="000000"/>
              </a:buClr>
              <a:buSzPct val="45000"/>
              <a:buFont typeface="Wingdings" charset="2"/>
              <a:buChar char=""/>
              <a:defRPr lang="en-GB" sz="3600" b="1" u="none" strike="noStrike">
                <a:solidFill>
                  <a:srgbClr val="3A1857"/>
                </a:solidFill>
                <a:effectLst/>
                <a:uFillTx/>
                <a:latin typeface="UCL Sans SemiBold"/>
              </a:defRPr>
            </a:lvl1pPr>
            <a:lvl2pPr marL="228600" lvl="1" indent="-228600" algn="l">
              <a:lnSpc>
                <a:spcPct val="100000"/>
              </a:lnSpc>
              <a:spcBef>
                <a:spcPts val="1134"/>
              </a:spcBef>
              <a:buClr>
                <a:srgbClr val="000000"/>
              </a:buClr>
              <a:buSzPct val="75000"/>
              <a:buFont typeface="Symbol" charset="2"/>
              <a:buChar char=""/>
              <a:defRPr lang="en-GB" sz="3600" b="1" u="none" strike="noStrike">
                <a:solidFill>
                  <a:srgbClr val="3A1857"/>
                </a:solidFill>
                <a:effectLst/>
                <a:uFillTx/>
                <a:latin typeface="UCL Sans SemiBold"/>
              </a:defRPr>
            </a:lvl2pPr>
          </a:lstStyle>
          <a:p>
            <a:pPr marL="228600" indent="-228600" algn="l">
              <a:lnSpc>
                <a:spcPct val="100000"/>
              </a:lnSpc>
              <a:buClr>
                <a:srgbClr val="000000"/>
              </a:buClr>
              <a:buSzPct val="45000"/>
              <a:buFont typeface="Wingdings" charset="2"/>
              <a:buChar char=""/>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228600" lvl="1" indent="-228600" algn="l">
              <a:lnSpc>
                <a:spcPct val="100000"/>
              </a:lnSpc>
              <a:spcBef>
                <a:spcPts val="1134"/>
              </a:spcBef>
              <a:buClr>
                <a:srgbClr val="000000"/>
              </a:buClr>
              <a:buSzPct val="75000"/>
              <a:buFont typeface="Symbol" charset="2"/>
              <a:buChar char=""/>
            </a:pPr>
            <a:r>
              <a:rPr lang="en-GB" sz="3600" b="1" u="none" strike="noStrike">
                <a:solidFill>
                  <a:srgbClr val="3A1857"/>
                </a:solidFill>
                <a:effectLst/>
                <a:uFillTx/>
                <a:latin typeface="UCL Sans SemiBold"/>
              </a:rPr>
              <a:t>UCL SemiBold 36pt</a:t>
            </a:r>
            <a:endParaRPr lang="en-GB" sz="3600" b="0" u="none" strike="noStrike">
              <a:solidFill>
                <a:srgbClr val="000000"/>
              </a:solidFill>
              <a:effectLst/>
              <a:uFillTx/>
              <a:latin typeface="Arial"/>
            </a:endParaRPr>
          </a:p>
        </p:txBody>
      </p:sp>
      <p:sp>
        <p:nvSpPr>
          <p:cNvPr id="171" name="PlaceHolder 2"/>
          <p:cNvSpPr>
            <a:spLocks noGrp="1"/>
          </p:cNvSpPr>
          <p:nvPr>
            <p:ph type="title"/>
          </p:nvPr>
        </p:nvSpPr>
        <p:spPr>
          <a:xfrm>
            <a:off x="135396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2" name="PlaceHolder 3"/>
          <p:cNvSpPr>
            <a:spLocks noGrp="1"/>
          </p:cNvSpPr>
          <p:nvPr>
            <p:ph type="title"/>
          </p:nvPr>
        </p:nvSpPr>
        <p:spPr>
          <a:xfrm>
            <a:off x="1353960" y="4204800"/>
            <a:ext cx="2438280" cy="1242360"/>
          </a:xfrm>
          <a:prstGeom prst="rect">
            <a:avLst/>
          </a:prstGeom>
          <a:noFill/>
          <a:ln w="19080">
            <a:noFill/>
          </a:ln>
        </p:spPr>
        <p:txBody>
          <a:bodyPr lIns="91440" tIns="45720" rIns="91440" bIns="45720" anchor="t">
            <a:noAutofit/>
          </a:bodyPr>
          <a:lstStyle>
            <a:lvl1pPr indent="0" algn="l">
              <a:lnSpc>
                <a:spcPct val="100000"/>
              </a:lnSpc>
              <a:buNone/>
              <a:defRPr lang="en-GB" sz="1800" b="0" u="none" strike="noStrike">
                <a:solidFill>
                  <a:srgbClr val="000000"/>
                </a:solidFill>
                <a:effectLst/>
                <a:uFillTx/>
                <a:latin typeface="UCL Sans"/>
              </a:defRPr>
            </a:lvl1pPr>
          </a:lstStyle>
          <a:p>
            <a:pPr indent="0" algn="l">
              <a:lnSpc>
                <a:spcPct val="100000"/>
              </a:lnSpc>
              <a:buNone/>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3" name="PlaceHolder 4"/>
          <p:cNvSpPr>
            <a:spLocks noGrp="1"/>
          </p:cNvSpPr>
          <p:nvPr>
            <p:ph type="title"/>
          </p:nvPr>
        </p:nvSpPr>
        <p:spPr>
          <a:xfrm>
            <a:off x="401472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4" name="PlaceHolder 5"/>
          <p:cNvSpPr>
            <a:spLocks noGrp="1"/>
          </p:cNvSpPr>
          <p:nvPr>
            <p:ph type="body"/>
          </p:nvPr>
        </p:nvSpPr>
        <p:spPr>
          <a:xfrm>
            <a:off x="4014720" y="4204800"/>
            <a:ext cx="2445480" cy="126900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stStyle>
          <a:p>
            <a:pPr indent="0" algn="l">
              <a:lnSpc>
                <a:spcPct val="100000"/>
              </a:lnSpc>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5" name="PlaceHolder 6"/>
          <p:cNvSpPr>
            <a:spLocks noGrp="1"/>
          </p:cNvSpPr>
          <p:nvPr>
            <p:ph type="title"/>
          </p:nvPr>
        </p:nvSpPr>
        <p:spPr>
          <a:xfrm>
            <a:off x="667512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6" name="PlaceHolder 7"/>
          <p:cNvSpPr>
            <a:spLocks noGrp="1"/>
          </p:cNvSpPr>
          <p:nvPr>
            <p:ph type="body"/>
          </p:nvPr>
        </p:nvSpPr>
        <p:spPr>
          <a:xfrm>
            <a:off x="6675120" y="4204800"/>
            <a:ext cx="2426400" cy="124236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stStyle>
          <a:p>
            <a:pPr indent="0" algn="l">
              <a:lnSpc>
                <a:spcPct val="100000"/>
              </a:lnSpc>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7" name="PlaceHolder 8"/>
          <p:cNvSpPr>
            <a:spLocks noGrp="1"/>
          </p:cNvSpPr>
          <p:nvPr>
            <p:ph type="title"/>
          </p:nvPr>
        </p:nvSpPr>
        <p:spPr>
          <a:xfrm>
            <a:off x="933552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8" name="PlaceHolder 9"/>
          <p:cNvSpPr>
            <a:spLocks noGrp="1"/>
          </p:cNvSpPr>
          <p:nvPr>
            <p:ph type="body"/>
          </p:nvPr>
        </p:nvSpPr>
        <p:spPr>
          <a:xfrm>
            <a:off x="9320760" y="4204800"/>
            <a:ext cx="2459880" cy="126684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stStyle>
          <a:p>
            <a:pPr indent="0" algn="l">
              <a:lnSpc>
                <a:spcPct val="100000"/>
              </a:lnSpc>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9" name="Rectangle 3"/>
          <p:cNvSpPr/>
          <p:nvPr/>
        </p:nvSpPr>
        <p:spPr>
          <a:xfrm>
            <a:off x="0" y="-1188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90" name="Picture 7"/>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2-Layout6-cust-Complex-_Content-–-4-column-title,-4-images,-4-text">
    <p:bg>
      <p:bgPr>
        <a:solidFill>
          <a:srgbClr val="FFFFFF"/>
        </a:solidFill>
      </p:bgPr>
    </p:bg>
    <p:spTree>
      <p:nvGrpSpPr>
        <p:cNvPr id="1" name=""/>
        <p:cNvGrpSpPr/>
        <p:nvPr/>
      </p:nvGrpSpPr>
      <p:grpSpPr>
        <a:xfrm>
          <a:off x="0" y="0"/>
          <a:ext cx="0" cy="0"/>
          <a:chOff x="0" y="0"/>
          <a:chExt cx="0" cy="0"/>
        </a:xfrm>
      </p:grpSpPr>
      <p:sp>
        <p:nvSpPr>
          <p:cNvPr id="170" name="PlaceHolder 1"/>
          <p:cNvSpPr>
            <a:spLocks noGrp="1"/>
          </p:cNvSpPr>
          <p:nvPr>
            <p:ph type="body"/>
          </p:nvPr>
        </p:nvSpPr>
        <p:spPr>
          <a:xfrm>
            <a:off x="1353960" y="409680"/>
            <a:ext cx="8569800" cy="1378080"/>
          </a:xfrm>
          <a:prstGeom prst="rect">
            <a:avLst/>
          </a:prstGeom>
          <a:noFill/>
          <a:ln w="19080">
            <a:noFill/>
          </a:ln>
        </p:spPr>
        <p:txBody>
          <a:bodyPr lIns="91440" tIns="45720" rIns="91440" bIns="45720" anchor="t">
            <a:normAutofit/>
          </a:bodyPr>
          <a:lstStyle>
            <a:lvl1pPr marL="228600" indent="-228600" algn="l">
              <a:lnSpc>
                <a:spcPct val="100000"/>
              </a:lnSpc>
              <a:buClr>
                <a:srgbClr val="000000"/>
              </a:buClr>
              <a:buSzPct val="45000"/>
              <a:buFont typeface="Wingdings" charset="2"/>
              <a:buChar char=""/>
              <a:defRPr lang="en-GB" sz="3600" b="1" u="none" strike="noStrike">
                <a:solidFill>
                  <a:srgbClr val="3A1857"/>
                </a:solidFill>
                <a:effectLst/>
                <a:uFillTx/>
                <a:latin typeface="UCL Sans SemiBold"/>
              </a:defRPr>
            </a:lvl1pPr>
            <a:lvl2pPr marL="228600" lvl="1" indent="-228600" algn="l">
              <a:lnSpc>
                <a:spcPct val="100000"/>
              </a:lnSpc>
              <a:spcBef>
                <a:spcPts val="1134"/>
              </a:spcBef>
              <a:buClr>
                <a:srgbClr val="000000"/>
              </a:buClr>
              <a:buSzPct val="75000"/>
              <a:buFont typeface="Symbol" charset="2"/>
              <a:buChar char=""/>
              <a:defRPr lang="en-GB" sz="3600" b="1" u="none" strike="noStrike">
                <a:solidFill>
                  <a:srgbClr val="3A1857"/>
                </a:solidFill>
                <a:effectLst/>
                <a:uFillTx/>
                <a:latin typeface="UCL Sans SemiBold"/>
              </a:defRPr>
            </a:lvl2pPr>
          </a:lstStyle>
          <a:p>
            <a:pPr marL="228600" indent="-228600" algn="l">
              <a:lnSpc>
                <a:spcPct val="100000"/>
              </a:lnSpc>
              <a:buClr>
                <a:srgbClr val="000000"/>
              </a:buClr>
              <a:buSzPct val="45000"/>
              <a:buFont typeface="Wingdings" charset="2"/>
              <a:buChar char=""/>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228600" lvl="1" indent="-228600" algn="l">
              <a:lnSpc>
                <a:spcPct val="100000"/>
              </a:lnSpc>
              <a:spcBef>
                <a:spcPts val="1134"/>
              </a:spcBef>
              <a:buClr>
                <a:srgbClr val="000000"/>
              </a:buClr>
              <a:buSzPct val="75000"/>
              <a:buFont typeface="Symbol" charset="2"/>
              <a:buChar char=""/>
            </a:pPr>
            <a:r>
              <a:rPr lang="en-GB" sz="3600" b="1" u="none" strike="noStrike">
                <a:solidFill>
                  <a:srgbClr val="3A1857"/>
                </a:solidFill>
                <a:effectLst/>
                <a:uFillTx/>
                <a:latin typeface="UCL Sans SemiBold"/>
              </a:rPr>
              <a:t>UCL SemiBold 36pt</a:t>
            </a:r>
            <a:endParaRPr lang="en-GB" sz="3600" b="0" u="none" strike="noStrike">
              <a:solidFill>
                <a:srgbClr val="000000"/>
              </a:solidFill>
              <a:effectLst/>
              <a:uFillTx/>
              <a:latin typeface="Arial"/>
            </a:endParaRPr>
          </a:p>
        </p:txBody>
      </p:sp>
      <p:sp>
        <p:nvSpPr>
          <p:cNvPr id="171" name="PlaceHolder 2"/>
          <p:cNvSpPr>
            <a:spLocks noGrp="1"/>
          </p:cNvSpPr>
          <p:nvPr>
            <p:ph type="title"/>
          </p:nvPr>
        </p:nvSpPr>
        <p:spPr>
          <a:xfrm>
            <a:off x="135396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2" name="PlaceHolder 3"/>
          <p:cNvSpPr>
            <a:spLocks noGrp="1"/>
          </p:cNvSpPr>
          <p:nvPr>
            <p:ph type="title"/>
          </p:nvPr>
        </p:nvSpPr>
        <p:spPr>
          <a:xfrm>
            <a:off x="1353960" y="4204800"/>
            <a:ext cx="2438280" cy="1242360"/>
          </a:xfrm>
          <a:prstGeom prst="rect">
            <a:avLst/>
          </a:prstGeom>
          <a:noFill/>
          <a:ln w="19080">
            <a:noFill/>
          </a:ln>
        </p:spPr>
        <p:txBody>
          <a:bodyPr lIns="91440" tIns="45720" rIns="91440" bIns="45720" anchor="t">
            <a:noAutofit/>
          </a:bodyPr>
          <a:lstStyle>
            <a:lvl1pPr indent="0" algn="l">
              <a:lnSpc>
                <a:spcPct val="100000"/>
              </a:lnSpc>
              <a:buNone/>
              <a:defRPr lang="en-GB" sz="1800" b="0" u="none" strike="noStrike">
                <a:solidFill>
                  <a:srgbClr val="000000"/>
                </a:solidFill>
                <a:effectLst/>
                <a:uFillTx/>
                <a:latin typeface="UCL Sans"/>
              </a:defRPr>
            </a:lvl1pPr>
          </a:lstStyle>
          <a:p>
            <a:pPr indent="0" algn="l">
              <a:lnSpc>
                <a:spcPct val="100000"/>
              </a:lnSpc>
              <a:buNone/>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3" name="PlaceHolder 4"/>
          <p:cNvSpPr>
            <a:spLocks noGrp="1"/>
          </p:cNvSpPr>
          <p:nvPr>
            <p:ph type="title"/>
          </p:nvPr>
        </p:nvSpPr>
        <p:spPr>
          <a:xfrm>
            <a:off x="401472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4" name="PlaceHolder 5"/>
          <p:cNvSpPr>
            <a:spLocks noGrp="1"/>
          </p:cNvSpPr>
          <p:nvPr>
            <p:ph type="body"/>
          </p:nvPr>
        </p:nvSpPr>
        <p:spPr>
          <a:xfrm>
            <a:off x="4014720" y="4204800"/>
            <a:ext cx="2445480" cy="126900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stStyle>
          <a:p>
            <a:pPr indent="0" algn="l">
              <a:lnSpc>
                <a:spcPct val="100000"/>
              </a:lnSpc>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5" name="PlaceHolder 6"/>
          <p:cNvSpPr>
            <a:spLocks noGrp="1"/>
          </p:cNvSpPr>
          <p:nvPr>
            <p:ph type="title"/>
          </p:nvPr>
        </p:nvSpPr>
        <p:spPr>
          <a:xfrm>
            <a:off x="667512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6" name="PlaceHolder 7"/>
          <p:cNvSpPr>
            <a:spLocks noGrp="1"/>
          </p:cNvSpPr>
          <p:nvPr>
            <p:ph type="body"/>
          </p:nvPr>
        </p:nvSpPr>
        <p:spPr>
          <a:xfrm>
            <a:off x="6675120" y="4204800"/>
            <a:ext cx="2426400" cy="124236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stStyle>
          <a:p>
            <a:pPr indent="0" algn="l">
              <a:lnSpc>
                <a:spcPct val="100000"/>
              </a:lnSpc>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7" name="PlaceHolder 8"/>
          <p:cNvSpPr>
            <a:spLocks noGrp="1"/>
          </p:cNvSpPr>
          <p:nvPr>
            <p:ph type="title"/>
          </p:nvPr>
        </p:nvSpPr>
        <p:spPr>
          <a:xfrm>
            <a:off x="9335520" y="2185560"/>
            <a:ext cx="2445480" cy="174816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178" name="PlaceHolder 9"/>
          <p:cNvSpPr>
            <a:spLocks noGrp="1"/>
          </p:cNvSpPr>
          <p:nvPr>
            <p:ph type="body"/>
          </p:nvPr>
        </p:nvSpPr>
        <p:spPr>
          <a:xfrm>
            <a:off x="9320760" y="4204800"/>
            <a:ext cx="2459880" cy="1266840"/>
          </a:xfrm>
          <a:prstGeom prst="rect">
            <a:avLst/>
          </a:prstGeom>
          <a:noFill/>
          <a:ln w="19080">
            <a:noFill/>
          </a:ln>
        </p:spPr>
        <p:txBody>
          <a:bodyPr lIns="91440" tIns="45720" rIns="91440" bIns="45720" anchor="t">
            <a:normAutofit/>
          </a:bodyPr>
          <a:lstStyle>
            <a:lvl1pPr indent="0" algn="l">
              <a:lnSpc>
                <a:spcPct val="100000"/>
              </a:lnSpc>
              <a:defRPr lang="en-GB" sz="1800" b="0" u="none" strike="noStrike">
                <a:solidFill>
                  <a:srgbClr val="000000"/>
                </a:solidFill>
                <a:effectLst/>
                <a:uFillTx/>
                <a:latin typeface="UCL Sans"/>
              </a:defRPr>
            </a:lvl1pPr>
          </a:lstStyle>
          <a:p>
            <a:pPr indent="0" algn="l">
              <a:lnSpc>
                <a:spcPct val="100000"/>
              </a:lnSpc>
            </a:pPr>
            <a:r>
              <a:rPr lang="en-GB" sz="1800" b="0" u="none" strike="noStrike">
                <a:solidFill>
                  <a:srgbClr val="000000"/>
                </a:solidFill>
                <a:effectLst/>
                <a:uFillTx/>
                <a:latin typeface="UCL Sans"/>
              </a:rPr>
              <a:t>Body text,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
        <p:nvSpPr>
          <p:cNvPr id="179" name="Rectangle 3"/>
          <p:cNvSpPr/>
          <p:nvPr/>
        </p:nvSpPr>
        <p:spPr>
          <a:xfrm>
            <a:off x="0" y="-1188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80" name="Picture 7"/>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7-cust-Complex-_Content-–-2-column-title,-1-subheading,-2-image/graphs/charts">
    <p:bg>
      <p:bgPr>
        <a:solidFill>
          <a:srgbClr val="FFFFFF"/>
        </a:solidFill>
      </p:bgPr>
    </p:bg>
    <p:spTree>
      <p:nvGrpSpPr>
        <p:cNvPr id="1" name=""/>
        <p:cNvGrpSpPr/>
        <p:nvPr/>
      </p:nvGrpSpPr>
      <p:grpSpPr>
        <a:xfrm>
          <a:off x="0" y="0"/>
          <a:ext cx="0" cy="0"/>
          <a:chOff x="0" y="0"/>
          <a:chExt cx="0" cy="0"/>
        </a:xfrm>
      </p:grpSpPr>
      <p:sp>
        <p:nvSpPr>
          <p:cNvPr id="191" name="PlaceHolder 1"/>
          <p:cNvSpPr>
            <a:spLocks noGrp="1"/>
          </p:cNvSpPr>
          <p:nvPr>
            <p:ph type="body"/>
          </p:nvPr>
        </p:nvSpPr>
        <p:spPr>
          <a:xfrm>
            <a:off x="1353960" y="421200"/>
            <a:ext cx="4303080" cy="1560960"/>
          </a:xfrm>
          <a:prstGeom prst="rect">
            <a:avLst/>
          </a:prstGeom>
          <a:noFill/>
          <a:ln w="19080">
            <a:noFill/>
          </a:ln>
        </p:spPr>
        <p:txBody>
          <a:bodyPr lIns="91440" tIns="45720" rIns="91440" bIns="45720" anchor="t">
            <a:normAutofit fontScale="85000" lnSpcReduction="19999"/>
          </a:bodyPr>
          <a:lstStyle>
            <a:lvl1pPr algn="l">
              <a:lnSpc>
                <a:spcPct val="100000"/>
              </a:lnSpc>
              <a:buClr>
                <a:srgbClr val="000000"/>
              </a:buClr>
              <a:buSzPct val="45000"/>
              <a:buFont typeface="Wingdings" charset="2"/>
              <a:buChar char=""/>
              <a:defRPr lang="en-GB" sz="3600" b="1" u="none" strike="noStrike">
                <a:solidFill>
                  <a:srgbClr val="3A1857"/>
                </a:solidFill>
                <a:effectLst/>
                <a:uFillTx/>
                <a:latin typeface="UCL Sans SemiBold"/>
              </a:defRPr>
            </a:lvl1pPr>
            <a:lvl2pPr lvl="1" algn="l">
              <a:lnSpc>
                <a:spcPct val="100000"/>
              </a:lnSpc>
              <a:spcBef>
                <a:spcPts val="1134"/>
              </a:spcBef>
              <a:buClr>
                <a:srgbClr val="000000"/>
              </a:buClr>
              <a:buSzPct val="75000"/>
              <a:buFont typeface="Symbol" charset="2"/>
              <a:buChar char=""/>
              <a:defRPr lang="en-GB" sz="3600" b="1" u="none" strike="noStrike">
                <a:solidFill>
                  <a:srgbClr val="3A1857"/>
                </a:solidFill>
                <a:effectLst/>
                <a:uFillTx/>
                <a:latin typeface="UCL Sans SemiBold"/>
              </a:defRPr>
            </a:lvl2pPr>
            <a:lvl3pPr lvl="2" algn="l">
              <a:lnSpc>
                <a:spcPct val="100000"/>
              </a:lnSpc>
              <a:spcBef>
                <a:spcPts val="850"/>
              </a:spcBef>
              <a:buClr>
                <a:srgbClr val="000000"/>
              </a:buClr>
              <a:buSzPct val="45000"/>
              <a:buFont typeface="Wingdings" charset="2"/>
              <a:buChar char=""/>
              <a:defRPr lang="en-GB" sz="3600" b="1" u="none" strike="noStrike">
                <a:solidFill>
                  <a:srgbClr val="3A1857"/>
                </a:solidFill>
                <a:effectLst/>
                <a:uFillTx/>
                <a:latin typeface="UCL Sans SemiBold"/>
              </a:defRPr>
            </a:lvl3pPr>
          </a:lstStyle>
          <a:p>
            <a:pPr marL="432000" indent="-324000" algn="l">
              <a:lnSpc>
                <a:spcPct val="100000"/>
              </a:lnSpc>
              <a:buClr>
                <a:srgbClr val="000000"/>
              </a:buClr>
              <a:buSzPct val="45000"/>
              <a:buFont typeface="Wingdings" charset="2"/>
              <a:buChar char=""/>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3600" b="1" u="none" strike="noStrike">
                <a:solidFill>
                  <a:srgbClr val="3A1857"/>
                </a:solidFill>
                <a:effectLst/>
                <a:uFillTx/>
                <a:latin typeface="UCL Sans SemiBold"/>
              </a:rPr>
              <a:t>UCL Sans </a:t>
            </a:r>
            <a:endParaRPr lang="en-GB" sz="36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GB" sz="3600" b="1" u="none" strike="noStrike">
                <a:solidFill>
                  <a:srgbClr val="3A1857"/>
                </a:solidFill>
                <a:effectLst/>
                <a:uFillTx/>
                <a:latin typeface="UCL Sans SemiBold"/>
              </a:rPr>
              <a:t>SemiBold 36pt</a:t>
            </a:r>
            <a:endParaRPr lang="en-GB" sz="3600" b="0" u="none" strike="noStrike">
              <a:solidFill>
                <a:srgbClr val="000000"/>
              </a:solidFill>
              <a:effectLst/>
              <a:uFillTx/>
              <a:latin typeface="Arial"/>
            </a:endParaRPr>
          </a:p>
        </p:txBody>
      </p:sp>
      <p:sp>
        <p:nvSpPr>
          <p:cNvPr id="192" name="PlaceHolder 2"/>
          <p:cNvSpPr>
            <a:spLocks noGrp="1"/>
          </p:cNvSpPr>
          <p:nvPr>
            <p:ph type="body"/>
          </p:nvPr>
        </p:nvSpPr>
        <p:spPr>
          <a:xfrm>
            <a:off x="6095880" y="419040"/>
            <a:ext cx="5684760" cy="1128600"/>
          </a:xfrm>
          <a:prstGeom prst="rect">
            <a:avLst/>
          </a:prstGeom>
          <a:noFill/>
          <a:ln w="19080">
            <a:noFill/>
          </a:ln>
        </p:spPr>
        <p:txBody>
          <a:bodyPr lIns="91440" tIns="45720" rIns="91440" bIns="45720" anchor="t">
            <a:normAutofit/>
          </a:bodyPr>
          <a:lstStyle>
            <a:lvl1pPr indent="0" algn="l">
              <a:lnSpc>
                <a:spcPct val="100000"/>
              </a:lnSpc>
              <a:defRPr lang="en-GB" sz="2400" b="0" u="none" strike="noStrike">
                <a:solidFill>
                  <a:srgbClr val="3A1857"/>
                </a:solidFill>
                <a:effectLst/>
                <a:uFillTx/>
                <a:latin typeface="UCL Sans"/>
              </a:defRPr>
            </a:lvl1pPr>
            <a:lvl2pPr indent="0" algn="l">
              <a:lnSpc>
                <a:spcPct val="100000"/>
              </a:lnSpc>
              <a:defRPr lang="en-GB" sz="2400" b="0" u="none" strike="noStrike">
                <a:solidFill>
                  <a:srgbClr val="3A1857"/>
                </a:solidFill>
                <a:effectLst/>
                <a:uFillTx/>
                <a:latin typeface="UCL Sans"/>
              </a:defRPr>
            </a:lvl2pPr>
          </a:lstStyle>
          <a:p>
            <a:pPr indent="0" algn="l">
              <a:lnSpc>
                <a:spcPct val="100000"/>
              </a:lnSpc>
            </a:pPr>
            <a:r>
              <a:rPr lang="en-GB" sz="2400" b="0" u="none" strike="noStrike">
                <a:solidFill>
                  <a:srgbClr val="3A1857"/>
                </a:solidFill>
                <a:effectLst/>
                <a:uFillTx/>
                <a:latin typeface="UCL Sans"/>
              </a:rPr>
              <a:t>Subheading text style,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3A1857"/>
                </a:solidFill>
                <a:effectLst/>
                <a:uFillTx/>
                <a:latin typeface="UCL Sans"/>
              </a:rPr>
              <a:t>UCL Sans regular 24pt</a:t>
            </a:r>
            <a:endParaRPr lang="en-GB" sz="2400" b="0" u="none" strike="noStrike">
              <a:solidFill>
                <a:srgbClr val="000000"/>
              </a:solidFill>
              <a:effectLst/>
              <a:uFillTx/>
              <a:latin typeface="Arial"/>
            </a:endParaRPr>
          </a:p>
        </p:txBody>
      </p:sp>
      <p:sp>
        <p:nvSpPr>
          <p:cNvPr id="193" name="PlaceHolder 3"/>
          <p:cNvSpPr>
            <a:spLocks noGrp="1"/>
          </p:cNvSpPr>
          <p:nvPr>
            <p:ph type="title"/>
          </p:nvPr>
        </p:nvSpPr>
        <p:spPr>
          <a:xfrm>
            <a:off x="1353960" y="2422440"/>
            <a:ext cx="4303080" cy="30225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a:t>
            </a:r>
            <a:endParaRPr lang="en-GB" sz="1800" b="0" u="none" strike="noStrike">
              <a:solidFill>
                <a:srgbClr val="000000"/>
              </a:solidFill>
              <a:effectLst/>
              <a:uFillTx/>
              <a:latin typeface="Arial"/>
            </a:endParaRPr>
          </a:p>
        </p:txBody>
      </p:sp>
      <p:sp>
        <p:nvSpPr>
          <p:cNvPr id="194" name="PlaceHolder 4"/>
          <p:cNvSpPr>
            <a:spLocks noGrp="1"/>
          </p:cNvSpPr>
          <p:nvPr>
            <p:ph type="title"/>
          </p:nvPr>
        </p:nvSpPr>
        <p:spPr>
          <a:xfrm>
            <a:off x="6095880" y="2422440"/>
            <a:ext cx="5649840" cy="30225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a:t>
            </a:r>
            <a:endParaRPr lang="en-GB" sz="1800" b="0" u="none" strike="noStrike">
              <a:solidFill>
                <a:srgbClr val="000000"/>
              </a:solidFill>
              <a:effectLst/>
              <a:uFillTx/>
              <a:latin typeface="Arial"/>
            </a:endParaRPr>
          </a:p>
          <a:p>
            <a:pPr marL="228600" indent="-228600" algn="l">
              <a:lnSpc>
                <a:spcPct val="90000"/>
              </a:lnSpc>
              <a:spcBef>
                <a:spcPts val="1001"/>
              </a:spcBef>
              <a:buNone/>
            </a:pPr>
            <a:endParaRPr lang="en-GB" sz="1800" b="0" u="none" strike="noStrike">
              <a:solidFill>
                <a:srgbClr val="000000"/>
              </a:solidFill>
              <a:effectLst/>
              <a:uFillTx/>
              <a:latin typeface="Arial"/>
            </a:endParaRPr>
          </a:p>
        </p:txBody>
      </p:sp>
      <p:sp>
        <p:nvSpPr>
          <p:cNvPr id="195" name="Rectangle 10"/>
          <p:cNvSpPr/>
          <p:nvPr/>
        </p:nvSpPr>
        <p:spPr>
          <a:xfrm>
            <a:off x="-1800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201" name="Picture 1"/>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2-Layout7-cust-Complex-_Content-–-2-column-title,-1-subheading,-2-image/graphs/charts">
    <p:bg>
      <p:bgPr>
        <a:solidFill>
          <a:srgbClr val="FFFFFF"/>
        </a:solidFill>
      </p:bgPr>
    </p:bg>
    <p:spTree>
      <p:nvGrpSpPr>
        <p:cNvPr id="1" name=""/>
        <p:cNvGrpSpPr/>
        <p:nvPr/>
      </p:nvGrpSpPr>
      <p:grpSpPr>
        <a:xfrm>
          <a:off x="0" y="0"/>
          <a:ext cx="0" cy="0"/>
          <a:chOff x="0" y="0"/>
          <a:chExt cx="0" cy="0"/>
        </a:xfrm>
      </p:grpSpPr>
      <p:sp>
        <p:nvSpPr>
          <p:cNvPr id="191" name="PlaceHolder 1"/>
          <p:cNvSpPr>
            <a:spLocks noGrp="1"/>
          </p:cNvSpPr>
          <p:nvPr>
            <p:ph type="body"/>
          </p:nvPr>
        </p:nvSpPr>
        <p:spPr>
          <a:xfrm>
            <a:off x="1353960" y="421200"/>
            <a:ext cx="4303080" cy="1560960"/>
          </a:xfrm>
          <a:prstGeom prst="rect">
            <a:avLst/>
          </a:prstGeom>
          <a:noFill/>
          <a:ln w="19080">
            <a:noFill/>
          </a:ln>
        </p:spPr>
        <p:txBody>
          <a:bodyPr lIns="91440" tIns="45720" rIns="91440" bIns="45720" anchor="t">
            <a:normAutofit fontScale="85000" lnSpcReduction="19999"/>
          </a:bodyPr>
          <a:lstStyle>
            <a:lvl1pPr algn="l">
              <a:lnSpc>
                <a:spcPct val="100000"/>
              </a:lnSpc>
              <a:buClr>
                <a:srgbClr val="000000"/>
              </a:buClr>
              <a:buSzPct val="45000"/>
              <a:buFont typeface="Wingdings" charset="2"/>
              <a:buChar char=""/>
              <a:defRPr lang="en-GB" sz="3600" b="1" u="none" strike="noStrike">
                <a:solidFill>
                  <a:srgbClr val="3A1857"/>
                </a:solidFill>
                <a:effectLst/>
                <a:uFillTx/>
                <a:latin typeface="UCL Sans SemiBold"/>
              </a:defRPr>
            </a:lvl1pPr>
            <a:lvl2pPr lvl="1" algn="l">
              <a:lnSpc>
                <a:spcPct val="100000"/>
              </a:lnSpc>
              <a:spcBef>
                <a:spcPts val="1134"/>
              </a:spcBef>
              <a:buClr>
                <a:srgbClr val="000000"/>
              </a:buClr>
              <a:buSzPct val="75000"/>
              <a:buFont typeface="Symbol" charset="2"/>
              <a:buChar char=""/>
              <a:defRPr lang="en-GB" sz="3600" b="1" u="none" strike="noStrike">
                <a:solidFill>
                  <a:srgbClr val="3A1857"/>
                </a:solidFill>
                <a:effectLst/>
                <a:uFillTx/>
                <a:latin typeface="UCL Sans SemiBold"/>
              </a:defRPr>
            </a:lvl2pPr>
            <a:lvl3pPr lvl="2" algn="l">
              <a:lnSpc>
                <a:spcPct val="100000"/>
              </a:lnSpc>
              <a:spcBef>
                <a:spcPts val="850"/>
              </a:spcBef>
              <a:buClr>
                <a:srgbClr val="000000"/>
              </a:buClr>
              <a:buSzPct val="45000"/>
              <a:buFont typeface="Wingdings" charset="2"/>
              <a:buChar char=""/>
              <a:defRPr lang="en-GB" sz="3600" b="1" u="none" strike="noStrike">
                <a:solidFill>
                  <a:srgbClr val="3A1857"/>
                </a:solidFill>
                <a:effectLst/>
                <a:uFillTx/>
                <a:latin typeface="UCL Sans SemiBold"/>
              </a:defRPr>
            </a:lvl3pPr>
          </a:lstStyle>
          <a:p>
            <a:pPr marL="432000" indent="-324000" algn="l">
              <a:lnSpc>
                <a:spcPct val="100000"/>
              </a:lnSpc>
              <a:buClr>
                <a:srgbClr val="000000"/>
              </a:buClr>
              <a:buSzPct val="45000"/>
              <a:buFont typeface="Wingdings" charset="2"/>
              <a:buChar char=""/>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3600" b="1" u="none" strike="noStrike">
                <a:solidFill>
                  <a:srgbClr val="3A1857"/>
                </a:solidFill>
                <a:effectLst/>
                <a:uFillTx/>
                <a:latin typeface="UCL Sans SemiBold"/>
              </a:rPr>
              <a:t>UCL Sans </a:t>
            </a:r>
            <a:endParaRPr lang="en-GB" sz="36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GB" sz="3600" b="1" u="none" strike="noStrike">
                <a:solidFill>
                  <a:srgbClr val="3A1857"/>
                </a:solidFill>
                <a:effectLst/>
                <a:uFillTx/>
                <a:latin typeface="UCL Sans SemiBold"/>
              </a:rPr>
              <a:t>SemiBold 36pt</a:t>
            </a:r>
            <a:endParaRPr lang="en-GB" sz="3600" b="0" u="none" strike="noStrike">
              <a:solidFill>
                <a:srgbClr val="000000"/>
              </a:solidFill>
              <a:effectLst/>
              <a:uFillTx/>
              <a:latin typeface="Arial"/>
            </a:endParaRPr>
          </a:p>
        </p:txBody>
      </p:sp>
      <p:sp>
        <p:nvSpPr>
          <p:cNvPr id="192" name="PlaceHolder 2"/>
          <p:cNvSpPr>
            <a:spLocks noGrp="1"/>
          </p:cNvSpPr>
          <p:nvPr>
            <p:ph type="body"/>
          </p:nvPr>
        </p:nvSpPr>
        <p:spPr>
          <a:xfrm>
            <a:off x="6095880" y="419040"/>
            <a:ext cx="5684760" cy="1128600"/>
          </a:xfrm>
          <a:prstGeom prst="rect">
            <a:avLst/>
          </a:prstGeom>
          <a:noFill/>
          <a:ln w="19080">
            <a:noFill/>
          </a:ln>
        </p:spPr>
        <p:txBody>
          <a:bodyPr lIns="91440" tIns="45720" rIns="91440" bIns="45720" anchor="t">
            <a:normAutofit/>
          </a:bodyPr>
          <a:lstStyle>
            <a:lvl1pPr indent="0" algn="l">
              <a:lnSpc>
                <a:spcPct val="100000"/>
              </a:lnSpc>
              <a:defRPr lang="en-GB" sz="2400" b="0" u="none" strike="noStrike">
                <a:solidFill>
                  <a:srgbClr val="3A1857"/>
                </a:solidFill>
                <a:effectLst/>
                <a:uFillTx/>
                <a:latin typeface="UCL Sans"/>
              </a:defRPr>
            </a:lvl1pPr>
            <a:lvl2pPr indent="0" algn="l">
              <a:lnSpc>
                <a:spcPct val="100000"/>
              </a:lnSpc>
              <a:defRPr lang="en-GB" sz="2400" b="0" u="none" strike="noStrike">
                <a:solidFill>
                  <a:srgbClr val="3A1857"/>
                </a:solidFill>
                <a:effectLst/>
                <a:uFillTx/>
                <a:latin typeface="UCL Sans"/>
              </a:defRPr>
            </a:lvl2pPr>
          </a:lstStyle>
          <a:p>
            <a:pPr indent="0" algn="l">
              <a:lnSpc>
                <a:spcPct val="100000"/>
              </a:lnSpc>
            </a:pPr>
            <a:r>
              <a:rPr lang="en-GB" sz="2400" b="0" u="none" strike="noStrike">
                <a:solidFill>
                  <a:srgbClr val="3A1857"/>
                </a:solidFill>
                <a:effectLst/>
                <a:uFillTx/>
                <a:latin typeface="UCL Sans"/>
              </a:rPr>
              <a:t>Subheading text style,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3A1857"/>
                </a:solidFill>
                <a:effectLst/>
                <a:uFillTx/>
                <a:latin typeface="UCL Sans"/>
              </a:rPr>
              <a:t>UCL Sans regular 24pt</a:t>
            </a:r>
            <a:endParaRPr lang="en-GB" sz="2400" b="0" u="none" strike="noStrike">
              <a:solidFill>
                <a:srgbClr val="000000"/>
              </a:solidFill>
              <a:effectLst/>
              <a:uFillTx/>
              <a:latin typeface="Arial"/>
            </a:endParaRPr>
          </a:p>
        </p:txBody>
      </p:sp>
      <p:sp>
        <p:nvSpPr>
          <p:cNvPr id="193" name="PlaceHolder 3"/>
          <p:cNvSpPr>
            <a:spLocks noGrp="1"/>
          </p:cNvSpPr>
          <p:nvPr>
            <p:ph type="title"/>
          </p:nvPr>
        </p:nvSpPr>
        <p:spPr>
          <a:xfrm>
            <a:off x="1353960" y="2422440"/>
            <a:ext cx="4303080" cy="30225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a:t>
            </a:r>
            <a:endParaRPr lang="en-GB" sz="1800" b="0" u="none" strike="noStrike">
              <a:solidFill>
                <a:srgbClr val="000000"/>
              </a:solidFill>
              <a:effectLst/>
              <a:uFillTx/>
              <a:latin typeface="Arial"/>
            </a:endParaRPr>
          </a:p>
        </p:txBody>
      </p:sp>
      <p:sp>
        <p:nvSpPr>
          <p:cNvPr id="194" name="PlaceHolder 4"/>
          <p:cNvSpPr>
            <a:spLocks noGrp="1"/>
          </p:cNvSpPr>
          <p:nvPr>
            <p:ph type="title"/>
          </p:nvPr>
        </p:nvSpPr>
        <p:spPr>
          <a:xfrm>
            <a:off x="6095880" y="2422440"/>
            <a:ext cx="5649840" cy="3022560"/>
          </a:xfrm>
          <a:prstGeom prst="rect">
            <a:avLst/>
          </a:prstGeom>
          <a:noFill/>
          <a:ln w="19080">
            <a:noFill/>
          </a:ln>
        </p:spPr>
        <p:txBody>
          <a:bodyPr lIns="91440" tIns="45720" rIns="91440" bIns="45720" anchor="t">
            <a:noAutofit/>
          </a:bodyPr>
          <a:lstStyle>
            <a:lvl1pPr marL="228600" indent="-228600" algn="l">
              <a:lnSpc>
                <a:spcPct val="90000"/>
              </a:lnSpc>
              <a:spcBef>
                <a:spcPts val="1001"/>
              </a:spcBef>
              <a:buNone/>
              <a:defRPr lang="en-GB" sz="1800" b="0" u="none" strike="noStrike">
                <a:solidFill>
                  <a:srgbClr val="000000"/>
                </a:solidFill>
                <a:effectLst/>
                <a:uFillTx/>
                <a:latin typeface="UCL Sans"/>
              </a:defRPr>
            </a:lvl1pPr>
          </a:lstStyle>
          <a:p>
            <a:pPr marL="228600" indent="-228600" algn="l">
              <a:lnSpc>
                <a:spcPct val="90000"/>
              </a:lnSpc>
              <a:spcBef>
                <a:spcPts val="1001"/>
              </a:spcBef>
              <a:buNone/>
            </a:pPr>
            <a:r>
              <a:rPr lang="en-GB" sz="1800" b="0" u="none" strike="noStrike">
                <a:solidFill>
                  <a:srgbClr val="000000"/>
                </a:solidFill>
                <a:effectLst/>
                <a:uFillTx/>
                <a:latin typeface="UCL Sans"/>
              </a:rPr>
              <a:t>Space for graphs, images, charts</a:t>
            </a:r>
            <a:endParaRPr lang="en-GB" sz="1800" b="0" u="none" strike="noStrike">
              <a:solidFill>
                <a:srgbClr val="000000"/>
              </a:solidFill>
              <a:effectLst/>
              <a:uFillTx/>
              <a:latin typeface="Arial"/>
            </a:endParaRPr>
          </a:p>
          <a:p>
            <a:pPr marL="228600" indent="-228600" algn="l">
              <a:lnSpc>
                <a:spcPct val="90000"/>
              </a:lnSpc>
              <a:spcBef>
                <a:spcPts val="1001"/>
              </a:spcBef>
              <a:buNone/>
            </a:pPr>
            <a:endParaRPr lang="en-GB" sz="1800" b="0" u="none" strike="noStrike">
              <a:solidFill>
                <a:srgbClr val="000000"/>
              </a:solidFill>
              <a:effectLst/>
              <a:uFillTx/>
              <a:latin typeface="Arial"/>
            </a:endParaRPr>
          </a:p>
        </p:txBody>
      </p:sp>
      <p:sp>
        <p:nvSpPr>
          <p:cNvPr id="195" name="Rectangle 10"/>
          <p:cNvSpPr/>
          <p:nvPr/>
        </p:nvSpPr>
        <p:spPr>
          <a:xfrm>
            <a:off x="-1800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196" name="Picture 1"/>
          <p:cNvPicPr/>
          <p:nvPr/>
        </p:nvPicPr>
        <p:blipFill>
          <a:blip r:embed="rId2"/>
          <a:stretch/>
        </p:blipFill>
        <p:spPr>
          <a:xfrm>
            <a:off x="10364400" y="6060600"/>
            <a:ext cx="1421640" cy="398880"/>
          </a:xfrm>
          <a:prstGeom prst="rect">
            <a:avLst/>
          </a:prstGeom>
          <a:noFill/>
          <a:ln w="19080">
            <a:noFill/>
          </a:ln>
        </p:spPr>
      </p:pic>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Master2-Layout8-cust-1_Content-–-full-page-image-white-logo">
    <p:bg>
      <p:bgPr>
        <a:solidFill>
          <a:srgbClr val="FFFFFF"/>
        </a:solidFill>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391320" y="0"/>
            <a:ext cx="11800440" cy="6858000"/>
          </a:xfrm>
          <a:prstGeom prst="rect">
            <a:avLst/>
          </a:prstGeom>
          <a:noFill/>
          <a:ln w="19080">
            <a:noFill/>
          </a:ln>
        </p:spPr>
        <p:txBody>
          <a:bodyPr lIns="91440" tIns="45720" rIns="91440" bIns="45720" anchor="t">
            <a:noAutofit/>
          </a:bodyPr>
          <a:p>
            <a:pPr indent="0" algn="ctr">
              <a:buNone/>
            </a:pPr>
            <a:endParaRPr lang="en-GB" sz="4400" b="0" u="none" strike="noStrike">
              <a:solidFill>
                <a:srgbClr val="000000"/>
              </a:solidFill>
              <a:effectLst/>
              <a:uFillTx/>
              <a:latin typeface="Arial"/>
            </a:endParaRPr>
          </a:p>
        </p:txBody>
      </p:sp>
      <p:sp>
        <p:nvSpPr>
          <p:cNvPr id="203" name="Rectangle 10"/>
          <p:cNvSpPr/>
          <p:nvPr/>
        </p:nvSpPr>
        <p:spPr>
          <a:xfrm>
            <a:off x="-1800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pic>
        <p:nvPicPr>
          <p:cNvPr id="204" name="Picture 5"/>
          <p:cNvPicPr/>
          <p:nvPr/>
        </p:nvPicPr>
        <p:blipFill>
          <a:blip r:embed="rId2"/>
          <a:stretch/>
        </p:blipFill>
        <p:spPr>
          <a:xfrm>
            <a:off x="10360800" y="6067080"/>
            <a:ext cx="1432440" cy="402120"/>
          </a:xfrm>
          <a:prstGeom prst="rect">
            <a:avLst/>
          </a:prstGeom>
          <a:noFill/>
          <a:ln w="19080">
            <a:noFill/>
          </a:ln>
        </p:spPr>
      </p:pic>
      <p:sp>
        <p:nvSpPr>
          <p:cNvPr id="205" name="PlaceHolder 2"/>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3-UCL-Instructions---Core-Brand-">
    <p:bg>
      <p:bgPr>
        <a:solidFill>
          <a:srgbClr val="FFFFFF"/>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5600" cy="1325520"/>
          </a:xfrm>
          <a:prstGeom prst="rect">
            <a:avLst/>
          </a:prstGeom>
          <a:noFill/>
          <a:ln w="19080">
            <a:noFill/>
          </a:ln>
        </p:spPr>
        <p:txBody>
          <a:bodyPr lIns="91440" tIns="45720" rIns="91440" bIns="45720" anchor="ctr">
            <a:noAutofit/>
          </a:bodyPr>
          <a:lstStyle>
            <a:lvl1pPr indent="0" algn="l">
              <a:lnSpc>
                <a:spcPct val="90000"/>
              </a:lnSpc>
              <a:buNone/>
              <a:defRPr lang="en-GB" sz="4400" b="1" u="none" strike="noStrike">
                <a:solidFill>
                  <a:srgbClr val="000000"/>
                </a:solidFill>
                <a:effectLst/>
                <a:uFillTx/>
                <a:latin typeface="UCL Sans SemiBold"/>
              </a:defRPr>
            </a:lvl1pPr>
          </a:lstStyle>
          <a:p>
            <a:pPr indent="0" algn="l">
              <a:lnSpc>
                <a:spcPct val="90000"/>
              </a:lnSpc>
              <a:buNone/>
            </a:pPr>
            <a:r>
              <a:rPr lang="en-GB" sz="4400" b="1" u="none" strike="noStrike">
                <a:solidFill>
                  <a:srgbClr val="000000"/>
                </a:solidFill>
                <a:effectLst/>
                <a:uFillTx/>
                <a:latin typeface="UCL Sans SemiBold"/>
              </a:rPr>
              <a:t>Click to edit Master title style</a:t>
            </a:r>
            <a:endParaRPr lang="en-GB" sz="4400" b="0" u="none" strike="noStrike">
              <a:solidFill>
                <a:srgbClr val="000000"/>
              </a:solidFill>
              <a:effectLst/>
              <a:uFillTx/>
              <a:latin typeface="Arial"/>
            </a:endParaRPr>
          </a:p>
        </p:txBody>
      </p:sp>
      <p:sp>
        <p:nvSpPr>
          <p:cNvPr id="207" name="PlaceHolder 2"/>
          <p:cNvSpPr>
            <a:spLocks noGrp="1"/>
          </p:cNvSpPr>
          <p:nvPr>
            <p:ph type="body"/>
          </p:nvPr>
        </p:nvSpPr>
        <p:spPr>
          <a:xfrm>
            <a:off x="838080" y="1825560"/>
            <a:ext cx="10515600" cy="43513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en-GB" sz="2800" b="0" u="none" strike="noStrike">
                <a:solidFill>
                  <a:srgbClr val="000000"/>
                </a:solidFill>
                <a:effectLst/>
                <a:uFillTx/>
                <a:latin typeface="UCL Sans"/>
              </a:defRPr>
            </a:lvl1pPr>
            <a:lvl2pPr marL="685800" lvl="1" indent="-228600" algn="l">
              <a:lnSpc>
                <a:spcPct val="90000"/>
              </a:lnSpc>
              <a:spcBef>
                <a:spcPts val="499"/>
              </a:spcBef>
              <a:buClr>
                <a:srgbClr val="000000"/>
              </a:buClr>
              <a:buSzPct val="75000"/>
              <a:buFont typeface="Symbol" charset="2"/>
              <a:buChar char=""/>
              <a:defRPr lang="en-GB" sz="2400" b="0" u="none" strike="noStrike">
                <a:solidFill>
                  <a:srgbClr val="000000"/>
                </a:solidFill>
                <a:effectLst/>
                <a:uFillTx/>
                <a:latin typeface="UCL Sans"/>
              </a:defRPr>
            </a:lvl2pPr>
            <a:lvl3pPr marL="1143000" lvl="2" indent="-228600" algn="l">
              <a:lnSpc>
                <a:spcPct val="90000"/>
              </a:lnSpc>
              <a:spcBef>
                <a:spcPts val="499"/>
              </a:spcBef>
              <a:buClr>
                <a:srgbClr val="000000"/>
              </a:buClr>
              <a:buSzPct val="45000"/>
              <a:buFont typeface="Wingdings" charset="2"/>
              <a:buChar char=""/>
              <a:defRPr lang="en-GB" sz="2000" b="0" u="none" strike="noStrike">
                <a:solidFill>
                  <a:srgbClr val="000000"/>
                </a:solidFill>
                <a:effectLst/>
                <a:uFillTx/>
                <a:latin typeface="UCL Sans"/>
              </a:defRPr>
            </a:lvl3pPr>
            <a:lvl4pPr marL="1600200" lvl="3" indent="-228600" algn="l">
              <a:lnSpc>
                <a:spcPct val="90000"/>
              </a:lnSpc>
              <a:spcBef>
                <a:spcPts val="499"/>
              </a:spcBef>
              <a:buClr>
                <a:srgbClr val="000000"/>
              </a:buClr>
              <a:buSzPct val="75000"/>
              <a:buFont typeface="Symbol" charset="2"/>
              <a:buChar char=""/>
              <a:defRPr lang="en-GB" sz="1800" b="0" u="none" strike="noStrike">
                <a:solidFill>
                  <a:srgbClr val="000000"/>
                </a:solidFill>
                <a:effectLst/>
                <a:uFillTx/>
                <a:latin typeface="UCL Sans"/>
              </a:defRPr>
            </a:lvl4pPr>
            <a:lvl5pPr marL="2057400" lvl="4" indent="-228600" algn="l">
              <a:lnSpc>
                <a:spcPct val="90000"/>
              </a:lnSpc>
              <a:spcBef>
                <a:spcPts val="499"/>
              </a:spcBef>
              <a:buClr>
                <a:srgbClr val="000000"/>
              </a:buClr>
              <a:buSzPct val="45000"/>
              <a:buFont typeface="Wingdings" charset="2"/>
              <a:buChar char=""/>
              <a:defRPr lang="en-GB" sz="1800" b="0" u="none" strike="noStrike">
                <a:solidFill>
                  <a:srgbClr val="000000"/>
                </a:solidFill>
                <a:effectLst/>
                <a:uFillTx/>
                <a:latin typeface="UCL Sans"/>
              </a:defRPr>
            </a:lvl5pPr>
          </a:lstStyle>
          <a:p>
            <a:pPr marL="228600" indent="-228600" algn="l">
              <a:lnSpc>
                <a:spcPct val="90000"/>
              </a:lnSpc>
              <a:spcBef>
                <a:spcPts val="1001"/>
              </a:spcBef>
              <a:buClr>
                <a:srgbClr val="000000"/>
              </a:buClr>
              <a:buSzPct val="45000"/>
              <a:buFont typeface="Wingdings" charset="2"/>
              <a:buChar char=""/>
            </a:pPr>
            <a:r>
              <a:rPr lang="en-GB" sz="2800" b="0" u="none" strike="noStrike">
                <a:solidFill>
                  <a:srgbClr val="000000"/>
                </a:solidFill>
                <a:effectLst/>
                <a:uFillTx/>
                <a:latin typeface="UCL Sans"/>
              </a:rPr>
              <a:t>Click to edit Master text styles</a:t>
            </a:r>
            <a:endParaRPr lang="en-GB" sz="2800" b="0" u="none" strike="noStrike">
              <a:solidFill>
                <a:srgbClr val="000000"/>
              </a:solidFill>
              <a:effectLst/>
              <a:uFillTx/>
              <a:latin typeface="Arial"/>
            </a:endParaRPr>
          </a:p>
          <a:p>
            <a:pPr marL="685800" lvl="1" indent="-228600" algn="l">
              <a:lnSpc>
                <a:spcPct val="90000"/>
              </a:lnSpc>
              <a:spcBef>
                <a:spcPts val="499"/>
              </a:spcBef>
              <a:buClr>
                <a:srgbClr val="000000"/>
              </a:buClr>
              <a:buSzPct val="75000"/>
              <a:buFont typeface="Symbol" charset="2"/>
              <a:buChar char=""/>
            </a:pPr>
            <a:r>
              <a:rPr lang="en-GB" sz="2400" b="0" u="none" strike="noStrike">
                <a:solidFill>
                  <a:srgbClr val="000000"/>
                </a:solidFill>
                <a:effectLst/>
                <a:uFillTx/>
                <a:latin typeface="UCL Sans"/>
              </a:rPr>
              <a:t>Second level</a:t>
            </a:r>
            <a:endParaRPr lang="en-GB" sz="2400" b="0" u="none" strike="noStrike">
              <a:solidFill>
                <a:srgbClr val="000000"/>
              </a:solidFill>
              <a:effectLst/>
              <a:uFillTx/>
              <a:latin typeface="Arial"/>
            </a:endParaRPr>
          </a:p>
          <a:p>
            <a:pPr marL="1143000" lvl="2" indent="-228600" algn="l">
              <a:lnSpc>
                <a:spcPct val="90000"/>
              </a:lnSpc>
              <a:spcBef>
                <a:spcPts val="499"/>
              </a:spcBef>
              <a:buClr>
                <a:srgbClr val="000000"/>
              </a:buClr>
              <a:buSzPct val="45000"/>
              <a:buFont typeface="Wingdings" charset="2"/>
              <a:buChar char=""/>
            </a:pPr>
            <a:r>
              <a:rPr lang="en-GB" sz="2000" b="0" u="none" strike="noStrike">
                <a:solidFill>
                  <a:srgbClr val="000000"/>
                </a:solidFill>
                <a:effectLst/>
                <a:uFillTx/>
                <a:latin typeface="UCL Sans"/>
              </a:rPr>
              <a:t>Third level</a:t>
            </a:r>
            <a:endParaRPr lang="en-GB" sz="2000" b="0" u="none" strike="noStrike">
              <a:solidFill>
                <a:srgbClr val="000000"/>
              </a:solidFill>
              <a:effectLst/>
              <a:uFillTx/>
              <a:latin typeface="Arial"/>
            </a:endParaRPr>
          </a:p>
          <a:p>
            <a:pPr marL="1600200" lvl="3" indent="-228600" algn="l">
              <a:lnSpc>
                <a:spcPct val="90000"/>
              </a:lnSpc>
              <a:spcBef>
                <a:spcPts val="499"/>
              </a:spcBef>
              <a:buClr>
                <a:srgbClr val="000000"/>
              </a:buClr>
              <a:buSzPct val="75000"/>
              <a:buFont typeface="Symbol" charset="2"/>
              <a:buChar char=""/>
            </a:pPr>
            <a:r>
              <a:rPr lang="en-GB" sz="1800" b="0" u="none" strike="noStrike">
                <a:solidFill>
                  <a:srgbClr val="000000"/>
                </a:solidFill>
                <a:effectLst/>
                <a:uFillTx/>
                <a:latin typeface="UCL Sans"/>
              </a:rPr>
              <a:t>Fourth level</a:t>
            </a:r>
            <a:endParaRPr lang="en-GB" sz="1800" b="0" u="none" strike="noStrike">
              <a:solidFill>
                <a:srgbClr val="000000"/>
              </a:solidFill>
              <a:effectLst/>
              <a:uFillTx/>
              <a:latin typeface="Arial"/>
            </a:endParaRPr>
          </a:p>
          <a:p>
            <a:pPr marL="2057400" lvl="4" indent="-228600" algn="l">
              <a:lnSpc>
                <a:spcPct val="90000"/>
              </a:lnSpc>
              <a:spcBef>
                <a:spcPts val="499"/>
              </a:spcBef>
              <a:buClr>
                <a:srgbClr val="000000"/>
              </a:buClr>
              <a:buSzPct val="45000"/>
              <a:buFont typeface="Wingdings" charset="2"/>
              <a:buChar char=""/>
            </a:pPr>
            <a:r>
              <a:rPr lang="en-GB" sz="1800" b="0" u="none" strike="noStrike">
                <a:solidFill>
                  <a:srgbClr val="000000"/>
                </a:solidFill>
                <a:effectLst/>
                <a:uFillTx/>
                <a:latin typeface="UCL Sans"/>
              </a:rPr>
              <a:t>Fifth level</a:t>
            </a:r>
            <a:endParaRPr lang="en-GB" sz="1800" b="0" u="none" strike="noStrike">
              <a:solidFill>
                <a:srgbClr val="000000"/>
              </a:solidFill>
              <a:effectLst/>
              <a:uFillTx/>
              <a:latin typeface="Arial"/>
            </a:endParaRPr>
          </a:p>
        </p:txBody>
      </p:sp>
      <p:sp>
        <p:nvSpPr>
          <p:cNvPr id="208" name="PlaceHolder 3"/>
          <p:cNvSpPr>
            <a:spLocks noGrp="1"/>
          </p:cNvSpPr>
          <p:nvPr>
            <p:ph type="dt" idx="1"/>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767676"/>
                </a:solidFill>
                <a:effectLst/>
                <a:uFillTx/>
                <a:latin typeface="Aptos"/>
              </a:defRPr>
            </a:lvl1pPr>
          </a:lstStyle>
          <a:p>
            <a:pPr indent="0" algn="l">
              <a:lnSpc>
                <a:spcPct val="100000"/>
              </a:lnSpc>
              <a:buNone/>
            </a:pPr>
            <a:fld id="{D40EF76E-65DA-4755-B822-12BA8801008B}" type="datetime">
              <a:rPr lang="en-US" sz="1200" b="0" u="none" strike="noStrike">
                <a:solidFill>
                  <a:srgbClr val="767676"/>
                </a:solidFill>
                <a:effectLst/>
                <a:uFillTx/>
                <a:latin typeface="Aptos"/>
              </a:rPr>
              <a:t>9/21/26</a:t>
            </a:fld>
            <a:endParaRPr lang="en-GB" sz="1200" b="0" u="none" strike="noStrike">
              <a:solidFill>
                <a:srgbClr val="000000"/>
              </a:solidFill>
              <a:effectLst/>
              <a:uFillTx/>
              <a:latin typeface="Times New Roman"/>
            </a:endParaRPr>
          </a:p>
        </p:txBody>
      </p:sp>
      <p:sp>
        <p:nvSpPr>
          <p:cNvPr id="209" name="PlaceHolder 4"/>
          <p:cNvSpPr>
            <a:spLocks noGrp="1"/>
          </p:cNvSpPr>
          <p:nvPr>
            <p:ph type="ftr" idx="2"/>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GB" sz="2400" b="0" u="none" strike="noStrike">
              <a:solidFill>
                <a:srgbClr val="000000"/>
              </a:solidFill>
              <a:effectLst/>
              <a:uFillTx/>
              <a:latin typeface="Times New Roman"/>
            </a:endParaRPr>
          </a:p>
        </p:txBody>
      </p:sp>
      <p:sp>
        <p:nvSpPr>
          <p:cNvPr id="210" name="PlaceHolder 5"/>
          <p:cNvSpPr>
            <a:spLocks noGrp="1"/>
          </p:cNvSpPr>
          <p:nvPr>
            <p:ph type="sldNum" idx="3"/>
          </p:nvPr>
        </p:nvSpPr>
        <p:spPr>
          <a:xfrm>
            <a:off x="8610480" y="6356520"/>
            <a:ext cx="2743200" cy="365040"/>
          </a:xfrm>
          <a:prstGeom prst="rect">
            <a:avLst/>
          </a:prstGeom>
          <a:noFill/>
          <a:ln w="19080">
            <a:noFill/>
          </a:ln>
        </p:spPr>
        <p:txBody>
          <a:bodyPr lIns="91440" tIns="45720" rIns="91440" bIns="45720" anchor="ctr">
            <a:noAutofit/>
          </a:bodyPr>
          <a:lstStyle>
            <a:lvl1pPr indent="0" algn="r">
              <a:lnSpc>
                <a:spcPct val="100000"/>
              </a:lnSpc>
              <a:buNone/>
              <a:defRPr lang="en-US" sz="1200" b="0" u="none" strike="noStrike">
                <a:solidFill>
                  <a:srgbClr val="767676"/>
                </a:solidFill>
                <a:effectLst/>
                <a:uFillTx/>
                <a:latin typeface="Aptos"/>
              </a:defRPr>
            </a:lvl1pPr>
          </a:lstStyle>
          <a:p>
            <a:pPr indent="0" algn="r">
              <a:lnSpc>
                <a:spcPct val="100000"/>
              </a:lnSpc>
              <a:buNone/>
            </a:pPr>
            <a:fld id="{1F295E3E-62E4-40E1-9ADE-3BC7099C7297}" type="slidenum">
              <a:rPr lang="en-US" sz="1200" b="0" u="none" strike="noStrike">
                <a:solidFill>
                  <a:srgbClr val="767676"/>
                </a:solidFill>
                <a:effectLst/>
                <a:uFillTx/>
                <a:latin typeface="Aptos"/>
              </a:rPr>
              <a:t>&lt;number&gt;</a:t>
            </a:fld>
            <a:endParaRPr lang="en-GB" sz="1200" b="0" u="none" strike="noStrike">
              <a:solidFill>
                <a:srgbClr val="000000"/>
              </a:solidFill>
              <a:effectLst/>
              <a:uFillTx/>
              <a:latin typeface="Times New Roman"/>
            </a:endParaRPr>
          </a:p>
        </p:txBody>
      </p:sp>
      <p:sp>
        <p:nvSpPr>
          <p:cNvPr id="211" name="TextBox 2"/>
          <p:cNvSpPr txBox="1"/>
          <p:nvPr/>
        </p:nvSpPr>
        <p:spPr>
          <a:xfrm>
            <a:off x="0" y="6382800"/>
            <a:ext cx="8610480" cy="338400"/>
          </a:xfrm>
          <a:prstGeom prst="rect">
            <a:avLst/>
          </a:prstGeom>
          <a:solidFill>
            <a:schemeClr val="accent1"/>
          </a:solidFill>
          <a:ln w="38160">
            <a:noFill/>
          </a:ln>
        </p:spPr>
        <p:txBody>
          <a:bodyPr anchor="t">
            <a:spAutoFit/>
          </a:bodyPr>
          <a:p>
            <a:pPr marL="457200" lvl="1">
              <a:lnSpc>
                <a:spcPct val="100000"/>
              </a:lnSpc>
            </a:pPr>
            <a:r>
              <a:rPr lang="en-GB" sz="1600" b="0" u="none" strike="noStrike">
                <a:solidFill>
                  <a:srgbClr val="000000"/>
                </a:solidFill>
                <a:effectLst/>
                <a:uFillTx/>
                <a:latin typeface="UCL Sans"/>
              </a:rPr>
              <a:t>Remove these guidance slides once you have finished your presentation.</a:t>
            </a:r>
            <a:endParaRPr lang="en-GB" sz="1600" b="0" u="none" strike="noStrike">
              <a:solidFill>
                <a:srgbClr val="000000"/>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3-Layout1-cust-UCL-Instructions---Using-the-PowerPoint-Template">
    <p:bg>
      <p:bgPr>
        <a:solidFill>
          <a:srgbClr val="FFFFFF"/>
        </a:solidFill>
      </p:bgPr>
    </p:bg>
    <p:spTree>
      <p:nvGrpSpPr>
        <p:cNvPr id="1" name=""/>
        <p:cNvGrpSpPr/>
        <p:nvPr/>
      </p:nvGrpSpPr>
      <p:grpSpPr>
        <a:xfrm>
          <a:off x="0" y="0"/>
          <a:ext cx="0" cy="0"/>
          <a:chOff x="0" y="0"/>
          <a:chExt cx="0" cy="0"/>
        </a:xfrm>
      </p:grpSpPr>
      <p:pic>
        <p:nvPicPr>
          <p:cNvPr id="212" name="Picture 1"/>
          <p:cNvPicPr/>
          <p:nvPr/>
        </p:nvPicPr>
        <p:blipFill>
          <a:blip r:embed="rId2"/>
          <a:stretch/>
        </p:blipFill>
        <p:spPr>
          <a:xfrm>
            <a:off x="10364400" y="6060600"/>
            <a:ext cx="1421640" cy="398880"/>
          </a:xfrm>
          <a:prstGeom prst="rect">
            <a:avLst/>
          </a:prstGeom>
          <a:noFill/>
          <a:ln w="19080">
            <a:noFill/>
          </a:ln>
        </p:spPr>
      </p:pic>
      <p:sp>
        <p:nvSpPr>
          <p:cNvPr id="213" name="PlaceHolder 1"/>
          <p:cNvSpPr>
            <a:spLocks noGrp="1"/>
          </p:cNvSpPr>
          <p:nvPr>
            <p:ph type="title"/>
          </p:nvPr>
        </p:nvSpPr>
        <p:spPr>
          <a:xfrm>
            <a:off x="609480" y="273600"/>
            <a:ext cx="10972440" cy="1144800"/>
          </a:xfrm>
          <a:prstGeom prst="rect">
            <a:avLst/>
          </a:prstGeom>
          <a:noFill/>
          <a:ln w="19080">
            <a:noFill/>
          </a:ln>
        </p:spPr>
        <p:txBody>
          <a:bodyPr lIns="0" tIns="0" rIns="0" bIns="0" anchor="ctr">
            <a:noAutofit/>
          </a:bodyPr>
          <a:lstStyle>
            <a:lvl1pPr indent="0" algn="ctr">
              <a:buNone/>
              <a:defRPr lang="en-GB" sz="4400" b="0" u="none" strike="noStrike">
                <a:solidFill>
                  <a:srgbClr val="000000"/>
                </a:solidFill>
                <a:effectLst/>
                <a:uFillTx/>
                <a:latin typeface="Arial"/>
              </a:defRPr>
            </a:lvl1pPr>
          </a:lstStyle>
          <a:p>
            <a:pPr indent="0" algn="ctr">
              <a:buNone/>
            </a:pPr>
            <a:r>
              <a:rPr lang="en-GB" sz="4400" b="0" u="none" strike="noStrike">
                <a:solidFill>
                  <a:srgbClr val="000000"/>
                </a:solidFill>
                <a:effectLst/>
                <a:uFillTx/>
                <a:latin typeface="Arial"/>
              </a:rPr>
              <a:t>Click to edit the title text format</a:t>
            </a:r>
            <a:endParaRPr lang="en-GB" sz="4400" b="0" u="none" strike="noStrike">
              <a:solidFill>
                <a:srgbClr val="000000"/>
              </a:solidFill>
              <a:effectLst/>
              <a:uFillTx/>
              <a:latin typeface="Arial"/>
            </a:endParaRPr>
          </a:p>
        </p:txBody>
      </p:sp>
      <p:sp>
        <p:nvSpPr>
          <p:cNvPr id="214" name="PlaceHolder 2"/>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endParaRPr lang="en-GB"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endParaRPr lang="en-GB"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endParaRPr lang="en-GB"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sldMaster>
</file>

<file path=ppt/slides/_rels/slide1.xml.rels><?xml version="1.0" encoding="UTF-8"?>
<Relationships xmlns="http://schemas.openxmlformats.org/package/2006/relationships"><Relationship Id="rId1" Type="http://schemas.openxmlformats.org/officeDocument/2006/relationships/hyperlink" Target="https://www.ucl.ac.uk/brand-and-experience/brand" TargetMode="External"/><Relationship Id="rId2" Type="http://schemas.openxmlformats.org/officeDocument/2006/relationships/hyperlink" Target="mailto:brand.comms.ucl.ac.uk" TargetMode="Externa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hyperlink" Target="https://support.microsoft.com/en-gb/office/layer-objects-on-slides-81cccf31-9219-4c89-b7ba-9f25ad429c4a" TargetMode="External"/><Relationship Id="rId6" Type="http://schemas.openxmlformats.org/officeDocument/2006/relationships/image" Target="../media/image4.png"/><Relationship Id="rId7" Type="http://schemas.openxmlformats.org/officeDocument/2006/relationships/image" Target="../media/image5.svg"/><Relationship Id="rId8" Type="http://schemas.openxmlformats.org/officeDocument/2006/relationships/slideLayout" Target="../slideLayouts/slideLayout42.xml"/><Relationship Id="rId9"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hyperlink" Target="https://www.ucl.ac.uk/brand-and-experience/brand/visual-guidelines/typography" TargetMode="Externa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7.png"/><Relationship Id="rId7" Type="http://schemas.openxmlformats.org/officeDocument/2006/relationships/slideLayout" Target="../slideLayouts/slideLayout42.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hyperlink" Target="https://www.ucl.ac.uk/brand-and-experience/brand/visual-guidelines/colour" TargetMode="External"/><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slideLayout" Target="../slideLayouts/slideLayout42.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hyperlink" Target="https://www.ucl.ac.uk/isd/services/digital-accessibility-services/creating-accessible-content/slides" TargetMode="External"/><Relationship Id="rId4" Type="http://schemas.openxmlformats.org/officeDocument/2006/relationships/hyperlink" Target="https://www.ucl.ac.uk/accessibility/digital-accessibility-policy" TargetMode="External"/><Relationship Id="rId5" Type="http://schemas.openxmlformats.org/officeDocument/2006/relationships/hyperlink" Target="https://www.ucl.ac.uk/isd/services/digital-accessibility-services/creating-accessible-content/slides" TargetMode="External"/><Relationship Id="rId6" Type="http://schemas.openxmlformats.org/officeDocument/2006/relationships/hyperlink" Target="https://www.gov.uk/guidance/publishing-accessible-documents" TargetMode="External"/><Relationship Id="rId7" Type="http://schemas.openxmlformats.org/officeDocument/2006/relationships/image" Target="../media/image4.png"/><Relationship Id="rId8" Type="http://schemas.openxmlformats.org/officeDocument/2006/relationships/image" Target="../media/image5.svg"/><Relationship Id="rId9" Type="http://schemas.openxmlformats.org/officeDocument/2006/relationships/slideLayout" Target="../slideLayouts/slideLayout42.xml"/><Relationship Id="rId10"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2.emf"/><Relationship Id="rId3" Type="http://schemas.openxmlformats.org/officeDocument/2006/relationships/slideLayout" Target="../slideLayouts/slideLayout7.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2.emf"/><Relationship Id="rId3" Type="http://schemas.openxmlformats.org/officeDocument/2006/relationships/slideLayout" Target="../slideLayouts/slideLayout27.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3.png"/><Relationship Id="rId3" Type="http://schemas.openxmlformats.org/officeDocument/2006/relationships/slideLayout" Target="../slideLayouts/slideLayout23.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jpeg"/><Relationship Id="rId3" Type="http://schemas.openxmlformats.org/officeDocument/2006/relationships/slideLayout" Target="../slideLayouts/slideLayout33.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35.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image" Target="../media/image14.jpeg"/><Relationship Id="rId4" Type="http://schemas.openxmlformats.org/officeDocument/2006/relationships/image" Target="../media/image15.jpeg"/><Relationship Id="rId5" Type="http://schemas.openxmlformats.org/officeDocument/2006/relationships/slideLayout" Target="../slideLayouts/slideLayout37.xml"/><Relationship Id="rId6"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39.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image" Target="../media/image2.emf"/><Relationship Id="rId5" Type="http://schemas.openxmlformats.org/officeDocument/2006/relationships/slideLayout" Target="../slideLayouts/slideLayout40.xml"/><Relationship Id="rId6"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221" name="Rectangle 10"/>
          <p:cNvSpPr/>
          <p:nvPr/>
        </p:nvSpPr>
        <p:spPr>
          <a:xfrm>
            <a:off x="0" y="-1800"/>
            <a:ext cx="12192120" cy="44964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000000"/>
              </a:solidFill>
              <a:effectLst/>
              <a:uFillTx/>
              <a:latin typeface="Arial"/>
            </a:endParaRPr>
          </a:p>
        </p:txBody>
      </p:sp>
      <p:sp>
        <p:nvSpPr>
          <p:cNvPr id="222" name="PlaceHolder 1"/>
          <p:cNvSpPr>
            <a:spLocks noGrp="1"/>
          </p:cNvSpPr>
          <p:nvPr>
            <p:ph type="title"/>
          </p:nvPr>
        </p:nvSpPr>
        <p:spPr>
          <a:xfrm>
            <a:off x="526320" y="111600"/>
            <a:ext cx="10515600" cy="289800"/>
          </a:xfrm>
          <a:prstGeom prst="rect">
            <a:avLst/>
          </a:prstGeom>
          <a:noFill/>
          <a:ln w="19080">
            <a:noFill/>
          </a:ln>
        </p:spPr>
        <p:txBody>
          <a:bodyPr lIns="91440" tIns="45720" rIns="91440" bIns="45720" anchor="ctr">
            <a:noAutofit/>
          </a:bodyPr>
          <a:p>
            <a:pPr indent="0" algn="l">
              <a:lnSpc>
                <a:spcPct val="90000"/>
              </a:lnSpc>
              <a:buNone/>
            </a:pPr>
            <a:r>
              <a:rPr lang="en-GB" sz="2400" b="0" u="none" strike="noStrike">
                <a:solidFill>
                  <a:srgbClr val="000000"/>
                </a:solidFill>
                <a:effectLst/>
                <a:uFillTx/>
                <a:latin typeface="UCL Sans SemiBold"/>
              </a:rPr>
              <a:t>Using this PowerPoint Template</a:t>
            </a:r>
            <a:endParaRPr lang="en-GB" sz="2400" b="0" u="none" strike="noStrike">
              <a:solidFill>
                <a:srgbClr val="000000"/>
              </a:solidFill>
              <a:effectLst/>
              <a:uFillTx/>
              <a:latin typeface="Arial"/>
            </a:endParaRPr>
          </a:p>
        </p:txBody>
      </p:sp>
      <p:sp>
        <p:nvSpPr>
          <p:cNvPr id="223" name="TextBox 3"/>
          <p:cNvSpPr txBox="1"/>
          <p:nvPr/>
        </p:nvSpPr>
        <p:spPr>
          <a:xfrm>
            <a:off x="1199520" y="638640"/>
            <a:ext cx="10508040" cy="523080"/>
          </a:xfrm>
          <a:prstGeom prst="rect">
            <a:avLst/>
          </a:prstGeom>
          <a:solidFill>
            <a:schemeClr val="accent1"/>
          </a:solidFill>
          <a:ln w="38160">
            <a:noFill/>
          </a:ln>
        </p:spPr>
        <p:txBody>
          <a:bodyPr anchor="t">
            <a:spAutoFit/>
          </a:bodyPr>
          <a:p>
            <a:pPr>
              <a:lnSpc>
                <a:spcPct val="100000"/>
              </a:lnSpc>
            </a:pPr>
            <a:r>
              <a:rPr lang="en-GB" sz="1400" b="0" u="none" strike="noStrike">
                <a:solidFill>
                  <a:srgbClr val="FAFAFA"/>
                </a:solidFill>
                <a:effectLst/>
                <a:uFillTx/>
                <a:latin typeface="UCL Sans"/>
              </a:rPr>
              <a:t>The following slides serve as a reference for users. For more detailed guidance, see the UCL brand site at </a:t>
            </a:r>
            <a:r>
              <a:rPr lang="en-GB" sz="1400" b="0" u="none" strike="noStrike">
                <a:solidFill>
                  <a:srgbClr val="FAFAFA"/>
                </a:solidFill>
                <a:effectLst/>
                <a:uFillTx/>
                <a:latin typeface="UCL Sans"/>
                <a:hlinkClick r:id="rId1"/>
              </a:rPr>
              <a:t>ucl.ac.uk/brand</a:t>
            </a:r>
            <a:r>
              <a:rPr lang="en-GB" sz="1400" b="0" u="none" strike="noStrike">
                <a:solidFill>
                  <a:srgbClr val="FAFAFA"/>
                </a:solidFill>
                <a:effectLst/>
                <a:uFillTx/>
                <a:latin typeface="UCL Sans"/>
              </a:rPr>
              <a:t>, </a:t>
            </a:r>
            <a:br>
              <a:rPr sz="1400"/>
            </a:br>
            <a:r>
              <a:rPr lang="en-GB" sz="1400" b="0" u="none" strike="noStrike">
                <a:solidFill>
                  <a:srgbClr val="FAFAFA"/>
                </a:solidFill>
                <a:effectLst/>
                <a:uFillTx/>
                <a:latin typeface="UCL Sans"/>
              </a:rPr>
              <a:t>or email the brand team on </a:t>
            </a:r>
            <a:r>
              <a:rPr lang="en-GB" sz="1400" b="0" u="none" strike="noStrike">
                <a:solidFill>
                  <a:srgbClr val="FAFAFA"/>
                </a:solidFill>
                <a:effectLst/>
                <a:uFillTx/>
                <a:latin typeface="UCL Sans"/>
                <a:hlinkClick r:id="rId2"/>
              </a:rPr>
              <a:t>brand.comms.@ucl.ac.uk</a:t>
            </a:r>
            <a:r>
              <a:rPr lang="en-GB" sz="1400" b="0" u="none" strike="noStrike">
                <a:solidFill>
                  <a:srgbClr val="FAFAFA"/>
                </a:solidFill>
                <a:effectLst/>
                <a:uFillTx/>
                <a:latin typeface="UCL Sans"/>
              </a:rPr>
              <a:t>.</a:t>
            </a:r>
            <a:endParaRPr lang="en-GB" sz="1400" b="0" u="none" strike="noStrike">
              <a:solidFill>
                <a:srgbClr val="FFFFFF"/>
              </a:solidFill>
              <a:effectLst/>
              <a:uFillTx/>
              <a:latin typeface="Arial"/>
            </a:endParaRPr>
          </a:p>
        </p:txBody>
      </p:sp>
      <p:pic>
        <p:nvPicPr>
          <p:cNvPr id="224" name="Graphic 5"/>
          <p:cNvPicPr/>
          <p:nvPr/>
        </p:nvPicPr>
        <p:blipFill>
          <a:blip r:embed="rId3">
            <a:extLst>
              <a:ext uri="{96DAC541-7B7A-43D3-8B79-37D633B846F1}">
                <asvg:svgBlip xmlns:asvg="http://schemas.microsoft.com/office/drawing/2016/SVG/main" r:embed="rId4"/>
              </a:ext>
            </a:extLst>
          </a:blip>
          <a:stretch/>
        </p:blipFill>
        <p:spPr>
          <a:xfrm>
            <a:off x="589680" y="637920"/>
            <a:ext cx="465840" cy="465840"/>
          </a:xfrm>
          <a:prstGeom prst="rect">
            <a:avLst/>
          </a:prstGeom>
          <a:noFill/>
          <a:ln w="19080">
            <a:noFill/>
          </a:ln>
        </p:spPr>
      </p:pic>
      <p:sp>
        <p:nvSpPr>
          <p:cNvPr id="225" name="TextBox 6"/>
          <p:cNvSpPr txBox="1"/>
          <p:nvPr/>
        </p:nvSpPr>
        <p:spPr>
          <a:xfrm>
            <a:off x="526320" y="1273320"/>
            <a:ext cx="11180880" cy="5385960"/>
          </a:xfrm>
          <a:prstGeom prst="rect">
            <a:avLst/>
          </a:prstGeom>
          <a:noFill/>
          <a:ln w="38160">
            <a:noFill/>
          </a:ln>
        </p:spPr>
        <p:txBody>
          <a:bodyPr anchor="t">
            <a:spAutoFit/>
          </a:bodyPr>
          <a:p>
            <a:pPr>
              <a:lnSpc>
                <a:spcPct val="100000"/>
              </a:lnSpc>
            </a:pPr>
            <a:r>
              <a:rPr lang="en-GB" sz="1400" b="0" u="none" strike="noStrike">
                <a:solidFill>
                  <a:srgbClr val="000000"/>
                </a:solidFill>
                <a:effectLst/>
                <a:uFillTx/>
                <a:latin typeface="UCL Sans"/>
              </a:rPr>
              <a:t>This template includes ready-made layouts designed to suit different types of content. To maintain a consistent brand experience across UCL presentations, please keep the structure and positioning of each layout unchanged where possible.</a:t>
            </a:r>
            <a:endParaRPr lang="en-GB" sz="1400" b="0" u="none" strike="noStrike">
              <a:solidFill>
                <a:srgbClr val="000000"/>
              </a:solidFill>
              <a:effectLst/>
              <a:uFillTx/>
              <a:latin typeface="Arial"/>
            </a:endParaRPr>
          </a:p>
          <a:p>
            <a:pPr>
              <a:lnSpc>
                <a:spcPct val="100000"/>
              </a:lnSpc>
            </a:pP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UCL Sans"/>
              </a:rPr>
              <a:t>You can, however, adapt the following elements:</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0" u="none" strike="noStrike">
                <a:solidFill>
                  <a:srgbClr val="000000"/>
                </a:solidFill>
                <a:effectLst/>
                <a:uFillTx/>
                <a:latin typeface="UCL Sans"/>
              </a:rPr>
              <a:t>Resize text boxes or move them slightly to fit your page</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0" u="none" strike="noStrike">
                <a:solidFill>
                  <a:srgbClr val="000000"/>
                </a:solidFill>
                <a:effectLst/>
                <a:uFillTx/>
                <a:latin typeface="UCL Sans"/>
              </a:rPr>
              <a:t>Adjust font size to accommodate longer copy</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0" u="none" strike="noStrike">
                <a:solidFill>
                  <a:srgbClr val="000000"/>
                </a:solidFill>
                <a:effectLst/>
                <a:uFillTx/>
                <a:latin typeface="UCL Sans"/>
              </a:rPr>
              <a:t>Add new text boxes if additional copy is required</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0" u="none" strike="noStrike">
                <a:solidFill>
                  <a:srgbClr val="000000"/>
                </a:solidFill>
                <a:effectLst/>
                <a:uFillTx/>
                <a:latin typeface="UCL Sans"/>
              </a:rPr>
              <a:t>Replace dummy text, charts and images with your own content.</a:t>
            </a:r>
            <a:endParaRPr lang="en-GB" sz="1400" b="0" u="none" strike="noStrike">
              <a:solidFill>
                <a:srgbClr val="000000"/>
              </a:solidFill>
              <a:effectLst/>
              <a:uFillTx/>
              <a:latin typeface="Arial"/>
            </a:endParaRPr>
          </a:p>
          <a:p>
            <a:pPr>
              <a:lnSpc>
                <a:spcPct val="100000"/>
              </a:lnSpc>
            </a:pP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UCL Sans"/>
              </a:rPr>
              <a:t>If you don’t need a particular design element, remove it in the Slide Master by clicking View → Slide Master. </a:t>
            </a:r>
            <a:endParaRPr lang="en-GB" sz="1400" b="0" u="none" strike="noStrike">
              <a:solidFill>
                <a:srgbClr val="000000"/>
              </a:solidFill>
              <a:effectLst/>
              <a:uFillTx/>
              <a:latin typeface="Arial"/>
            </a:endParaRPr>
          </a:p>
          <a:p>
            <a:pPr>
              <a:lnSpc>
                <a:spcPct val="100000"/>
              </a:lnSpc>
            </a:pPr>
            <a:endParaRPr lang="en-GB" sz="1400" b="0" u="none" strike="noStrike">
              <a:solidFill>
                <a:srgbClr val="000000"/>
              </a:solidFill>
              <a:effectLst/>
              <a:uFillTx/>
              <a:latin typeface="Arial"/>
            </a:endParaRPr>
          </a:p>
          <a:p>
            <a:pPr>
              <a:lnSpc>
                <a:spcPct val="100000"/>
              </a:lnSpc>
            </a:pPr>
            <a:endParaRPr lang="en-GB" sz="1400" b="0" u="none" strike="noStrike">
              <a:solidFill>
                <a:srgbClr val="000000"/>
              </a:solidFill>
              <a:effectLst/>
              <a:uFillTx/>
              <a:latin typeface="Arial"/>
            </a:endParaRPr>
          </a:p>
          <a:p>
            <a:pPr>
              <a:lnSpc>
                <a:spcPct val="100000"/>
              </a:lnSpc>
            </a:pPr>
            <a:r>
              <a:rPr lang="en-GB" sz="1400" b="1" u="none" strike="noStrike">
                <a:solidFill>
                  <a:srgbClr val="000000"/>
                </a:solidFill>
                <a:effectLst/>
                <a:uFillTx/>
                <a:latin typeface="UCL Sans"/>
              </a:rPr>
              <a:t>How to apply this template to an existing presentation </a:t>
            </a:r>
            <a:endParaRPr lang="en-GB" sz="1400" b="0" u="none" strike="noStrike">
              <a:solidFill>
                <a:srgbClr val="000000"/>
              </a:solidFill>
              <a:effectLst/>
              <a:uFillTx/>
              <a:latin typeface="Arial"/>
            </a:endParaRPr>
          </a:p>
          <a:p>
            <a:pPr>
              <a:lnSpc>
                <a:spcPct val="100000"/>
              </a:lnSpc>
            </a:pPr>
            <a:endParaRPr lang="en-GB" sz="1400" b="0" u="none" strike="noStrike">
              <a:solidFill>
                <a:srgbClr val="000000"/>
              </a:solidFill>
              <a:effectLst/>
              <a:uFillTx/>
              <a:latin typeface="Arial"/>
            </a:endParaRPr>
          </a:p>
          <a:p>
            <a:pPr marL="285840" indent="-285840">
              <a:lnSpc>
                <a:spcPct val="100000"/>
              </a:lnSpc>
              <a:buClr>
                <a:srgbClr val="000000"/>
              </a:buClr>
              <a:buFont typeface="OpenSymbol"/>
              <a:buAutoNum type="arabicPeriod"/>
            </a:pPr>
            <a:r>
              <a:rPr lang="en-GB" sz="1400" b="0" u="none" strike="noStrike">
                <a:solidFill>
                  <a:srgbClr val="000000"/>
                </a:solidFill>
                <a:effectLst/>
                <a:uFillTx/>
                <a:latin typeface="UCL Sans"/>
              </a:rPr>
              <a:t>Click Design at the top of your existing PowerPoint</a:t>
            </a:r>
            <a:endParaRPr lang="en-GB" sz="1400" b="0" u="none" strike="noStrike">
              <a:solidFill>
                <a:srgbClr val="000000"/>
              </a:solidFill>
              <a:effectLst/>
              <a:uFillTx/>
              <a:latin typeface="Arial"/>
            </a:endParaRPr>
          </a:p>
          <a:p>
            <a:pPr marL="285840" indent="-285840">
              <a:lnSpc>
                <a:spcPct val="100000"/>
              </a:lnSpc>
              <a:buClr>
                <a:srgbClr val="000000"/>
              </a:buClr>
              <a:buFont typeface="OpenSymbol"/>
              <a:buAutoNum type="arabicPeriod"/>
            </a:pPr>
            <a:r>
              <a:rPr lang="en-GB" sz="1400" b="0" u="none" strike="noStrike">
                <a:solidFill>
                  <a:srgbClr val="000000"/>
                </a:solidFill>
                <a:effectLst/>
                <a:uFillTx/>
                <a:latin typeface="UCL Sans"/>
              </a:rPr>
              <a:t>Click the arrow pointing down on the right of themes</a:t>
            </a:r>
            <a:endParaRPr lang="en-GB" sz="1400" b="0" u="none" strike="noStrike">
              <a:solidFill>
                <a:srgbClr val="000000"/>
              </a:solidFill>
              <a:effectLst/>
              <a:uFillTx/>
              <a:latin typeface="Arial"/>
            </a:endParaRPr>
          </a:p>
          <a:p>
            <a:pPr marL="285840" indent="-285840">
              <a:lnSpc>
                <a:spcPct val="100000"/>
              </a:lnSpc>
              <a:buClr>
                <a:srgbClr val="000000"/>
              </a:buClr>
              <a:buFont typeface="OpenSymbol"/>
              <a:buAutoNum type="arabicPeriod"/>
            </a:pPr>
            <a:r>
              <a:rPr lang="en-GB" sz="1400" b="0" u="none" strike="noStrike">
                <a:solidFill>
                  <a:srgbClr val="000000"/>
                </a:solidFill>
                <a:effectLst/>
                <a:uFillTx/>
                <a:latin typeface="UCL Sans"/>
              </a:rPr>
              <a:t>Choose ‘Browse for Themes’ (if not in Custom)</a:t>
            </a:r>
            <a:endParaRPr lang="en-GB" sz="1400" b="0" u="none" strike="noStrike">
              <a:solidFill>
                <a:srgbClr val="000000"/>
              </a:solidFill>
              <a:effectLst/>
              <a:uFillTx/>
              <a:latin typeface="Arial"/>
            </a:endParaRPr>
          </a:p>
          <a:p>
            <a:pPr marL="285840" indent="-285840">
              <a:lnSpc>
                <a:spcPct val="100000"/>
              </a:lnSpc>
              <a:buClr>
                <a:srgbClr val="000000"/>
              </a:buClr>
              <a:buFont typeface="OpenSymbol"/>
              <a:buAutoNum type="arabicPeriod"/>
            </a:pPr>
            <a:r>
              <a:rPr lang="en-GB" sz="1400" b="0" u="none" strike="noStrike">
                <a:solidFill>
                  <a:srgbClr val="000000"/>
                </a:solidFill>
                <a:effectLst/>
                <a:uFillTx/>
                <a:latin typeface="UCL Sans"/>
              </a:rPr>
              <a:t>Select and upload the .potx file included with this template. </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0" u="none" strike="noStrike">
                <a:solidFill>
                  <a:srgbClr val="000000"/>
                </a:solidFill>
                <a:effectLst/>
                <a:uFillTx/>
                <a:latin typeface="UCL Sans"/>
              </a:rPr>
              <a:t> </a:t>
            </a: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UCL Sans"/>
              </a:rPr>
              <a:t>PowerPoint will then update the slide masters, layouts, theme colours, fonts, </a:t>
            </a: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UCL Sans"/>
              </a:rPr>
              <a:t>and backgrounds. If any layouts do not match, you can adjust the slides by </a:t>
            </a: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UCL Sans"/>
              </a:rPr>
              <a:t>clicking Home → Layout, or check View → Slide Master for consistency.</a:t>
            </a:r>
            <a:endParaRPr lang="en-GB" sz="1400" b="0" u="none" strike="noStrike">
              <a:solidFill>
                <a:srgbClr val="000000"/>
              </a:solidFill>
              <a:effectLst/>
              <a:uFillTx/>
              <a:latin typeface="Arial"/>
            </a:endParaRPr>
          </a:p>
          <a:p>
            <a:pPr>
              <a:lnSpc>
                <a:spcPct val="100000"/>
              </a:lnSpc>
            </a:pPr>
            <a:endParaRPr lang="en-GB" sz="1200" b="0" u="none" strike="noStrike">
              <a:solidFill>
                <a:srgbClr val="000000"/>
              </a:solidFill>
              <a:effectLst/>
              <a:uFillTx/>
              <a:latin typeface="Arial"/>
            </a:endParaRPr>
          </a:p>
          <a:p>
            <a:pPr>
              <a:lnSpc>
                <a:spcPct val="100000"/>
              </a:lnSpc>
            </a:pPr>
            <a:endParaRPr lang="en-GB" sz="1200" b="0" u="none" strike="noStrike">
              <a:solidFill>
                <a:srgbClr val="000000"/>
              </a:solidFill>
              <a:effectLst/>
              <a:uFillTx/>
              <a:latin typeface="Arial"/>
            </a:endParaRPr>
          </a:p>
          <a:p>
            <a:pPr>
              <a:lnSpc>
                <a:spcPct val="100000"/>
              </a:lnSpc>
            </a:pPr>
            <a:endParaRPr lang="en-GB" sz="1200" b="0" u="none" strike="noStrike">
              <a:solidFill>
                <a:srgbClr val="000000"/>
              </a:solidFill>
              <a:effectLst/>
              <a:uFillTx/>
              <a:latin typeface="Arial"/>
            </a:endParaRPr>
          </a:p>
        </p:txBody>
      </p:sp>
      <p:sp>
        <p:nvSpPr>
          <p:cNvPr id="226" name="TextBox 7"/>
          <p:cNvSpPr txBox="1"/>
          <p:nvPr/>
        </p:nvSpPr>
        <p:spPr>
          <a:xfrm>
            <a:off x="6770880" y="3861000"/>
            <a:ext cx="4293360" cy="1384920"/>
          </a:xfrm>
          <a:prstGeom prst="rect">
            <a:avLst/>
          </a:prstGeom>
          <a:solidFill>
            <a:schemeClr val="accent1"/>
          </a:solidFill>
          <a:ln w="38160">
            <a:noFill/>
          </a:ln>
        </p:spPr>
        <p:txBody>
          <a:bodyPr anchor="t">
            <a:spAutoFit/>
          </a:bodyPr>
          <a:p>
            <a:pPr>
              <a:lnSpc>
                <a:spcPct val="100000"/>
              </a:lnSpc>
            </a:pPr>
            <a:r>
              <a:rPr lang="en-GB" sz="1400" b="0" u="none" strike="noStrike">
                <a:solidFill>
                  <a:srgbClr val="000000"/>
                </a:solidFill>
                <a:effectLst/>
                <a:uFillTx/>
                <a:latin typeface="UCL Sans"/>
              </a:rPr>
              <a:t>Replacing a dummy image can reset the order of layers, meaning full-size images cover the logo and text boxes. To avoid this, insert the image onto the slide, right-click it, and select ’Send to Back’. For more guidance, visit </a:t>
            </a:r>
            <a:r>
              <a:rPr lang="en-GB" sz="1400" b="0" u="none" strike="noStrike">
                <a:solidFill>
                  <a:srgbClr val="000000"/>
                </a:solidFill>
                <a:effectLst/>
                <a:uFillTx/>
                <a:latin typeface="UCL Sans"/>
                <a:hlinkClick r:id="rId5"/>
              </a:rPr>
              <a:t>Microsoft’s guide to layering objects</a:t>
            </a:r>
            <a:r>
              <a:rPr lang="en-GB" sz="1400" b="0" u="none" strike="noStrike">
                <a:solidFill>
                  <a:srgbClr val="000000"/>
                </a:solidFill>
                <a:effectLst/>
                <a:uFillTx/>
                <a:latin typeface="UCL Sans"/>
              </a:rPr>
              <a:t>. </a:t>
            </a:r>
            <a:endParaRPr lang="en-GB" sz="1400" b="0" u="none" strike="noStrike">
              <a:solidFill>
                <a:srgbClr val="000000"/>
              </a:solidFill>
              <a:effectLst/>
              <a:uFillTx/>
              <a:latin typeface="Arial"/>
            </a:endParaRPr>
          </a:p>
        </p:txBody>
      </p:sp>
      <p:pic>
        <p:nvPicPr>
          <p:cNvPr id="227" name="Graphic 8"/>
          <p:cNvPicPr/>
          <p:nvPr/>
        </p:nvPicPr>
        <p:blipFill>
          <a:blip r:embed="rId6">
            <a:extLst>
              <a:ext uri="{96DAC541-7B7A-43D3-8B79-37D633B846F1}">
                <asvg:svgBlip xmlns:asvg="http://schemas.microsoft.com/office/drawing/2016/SVG/main" r:embed="rId7"/>
              </a:ext>
            </a:extLst>
          </a:blip>
          <a:stretch/>
        </p:blipFill>
        <p:spPr>
          <a:xfrm>
            <a:off x="6266880" y="3861000"/>
            <a:ext cx="360000" cy="360000"/>
          </a:xfrm>
          <a:prstGeom prst="rect">
            <a:avLst/>
          </a:prstGeom>
          <a:noFill/>
          <a:ln w="1908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228" name="Rectangle 14"/>
          <p:cNvSpPr/>
          <p:nvPr/>
        </p:nvSpPr>
        <p:spPr>
          <a:xfrm>
            <a:off x="0" y="-1800"/>
            <a:ext cx="12192120" cy="44964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000000"/>
              </a:solidFill>
              <a:effectLst/>
              <a:uFillTx/>
              <a:latin typeface="Arial"/>
            </a:endParaRPr>
          </a:p>
        </p:txBody>
      </p:sp>
      <p:sp>
        <p:nvSpPr>
          <p:cNvPr id="229" name="PlaceHolder 1"/>
          <p:cNvSpPr>
            <a:spLocks noGrp="1"/>
          </p:cNvSpPr>
          <p:nvPr>
            <p:ph type="title"/>
          </p:nvPr>
        </p:nvSpPr>
        <p:spPr>
          <a:xfrm>
            <a:off x="526320" y="78840"/>
            <a:ext cx="10515600" cy="350640"/>
          </a:xfrm>
          <a:prstGeom prst="rect">
            <a:avLst/>
          </a:prstGeom>
          <a:noFill/>
          <a:ln w="19080">
            <a:noFill/>
          </a:ln>
        </p:spPr>
        <p:txBody>
          <a:bodyPr lIns="91440" tIns="45720" rIns="91440" bIns="45720" anchor="ctr">
            <a:noAutofit/>
          </a:bodyPr>
          <a:p>
            <a:pPr indent="0" algn="l">
              <a:lnSpc>
                <a:spcPct val="90000"/>
              </a:lnSpc>
              <a:buNone/>
            </a:pPr>
            <a:r>
              <a:rPr lang="en-GB" sz="2400" b="0" u="none" strike="noStrike">
                <a:solidFill>
                  <a:srgbClr val="000000"/>
                </a:solidFill>
                <a:effectLst/>
                <a:uFillTx/>
                <a:latin typeface="UCL Sans SemiBold"/>
              </a:rPr>
              <a:t>Using UCL Sans</a:t>
            </a:r>
            <a:endParaRPr lang="en-GB" sz="2400" b="0" u="none" strike="noStrike">
              <a:solidFill>
                <a:srgbClr val="000000"/>
              </a:solidFill>
              <a:effectLst/>
              <a:uFillTx/>
              <a:latin typeface="Arial"/>
            </a:endParaRPr>
          </a:p>
        </p:txBody>
      </p:sp>
      <p:sp>
        <p:nvSpPr>
          <p:cNvPr id="230" name="TextBox 2"/>
          <p:cNvSpPr txBox="1"/>
          <p:nvPr/>
        </p:nvSpPr>
        <p:spPr>
          <a:xfrm>
            <a:off x="1152360" y="638640"/>
            <a:ext cx="10555200" cy="523080"/>
          </a:xfrm>
          <a:prstGeom prst="rect">
            <a:avLst/>
          </a:prstGeom>
          <a:solidFill>
            <a:schemeClr val="accent1"/>
          </a:solidFill>
          <a:ln w="38160">
            <a:noFill/>
          </a:ln>
        </p:spPr>
        <p:txBody>
          <a:bodyPr anchor="t">
            <a:spAutoFit/>
          </a:bodyPr>
          <a:p>
            <a:pPr>
              <a:lnSpc>
                <a:spcPct val="100000"/>
              </a:lnSpc>
            </a:pPr>
            <a:r>
              <a:rPr lang="en-GB" sz="1400" b="0" u="none" strike="noStrike">
                <a:solidFill>
                  <a:srgbClr val="FAFAFA"/>
                </a:solidFill>
                <a:effectLst/>
                <a:uFillTx/>
                <a:latin typeface="UCL Sans"/>
              </a:rPr>
              <a:t>Where possible, slides should use our </a:t>
            </a:r>
            <a:r>
              <a:rPr lang="en-GB" sz="1400" b="0" u="none" strike="noStrike">
                <a:solidFill>
                  <a:srgbClr val="FAFAFA"/>
                </a:solidFill>
                <a:effectLst/>
                <a:uFillTx/>
                <a:latin typeface="UCL Sans"/>
                <a:hlinkClick r:id="rId1"/>
              </a:rPr>
              <a:t>brand font UCL Sans</a:t>
            </a:r>
            <a:r>
              <a:rPr lang="en-GB" sz="1400" b="0" u="none" strike="noStrike">
                <a:solidFill>
                  <a:srgbClr val="FAFAFA"/>
                </a:solidFill>
                <a:effectLst/>
                <a:uFillTx/>
                <a:latin typeface="UCL Sans"/>
              </a:rPr>
              <a:t>. Once installed, you can use it for all text, but to make sure it works correctly for anyone viewing your slides on their computer, you must embed the font in your presentation.</a:t>
            </a:r>
            <a:endParaRPr lang="en-GB" sz="1400" b="0" u="none" strike="noStrike">
              <a:solidFill>
                <a:srgbClr val="FFFFFF"/>
              </a:solidFill>
              <a:effectLst/>
              <a:uFillTx/>
              <a:latin typeface="Arial"/>
            </a:endParaRPr>
          </a:p>
        </p:txBody>
      </p:sp>
      <p:sp>
        <p:nvSpPr>
          <p:cNvPr id="231" name="TextBox 3"/>
          <p:cNvSpPr txBox="1"/>
          <p:nvPr/>
        </p:nvSpPr>
        <p:spPr>
          <a:xfrm>
            <a:off x="1919520" y="1222560"/>
            <a:ext cx="6509520" cy="738720"/>
          </a:xfrm>
          <a:prstGeom prst="rect">
            <a:avLst/>
          </a:prstGeom>
          <a:noFill/>
          <a:ln w="38160">
            <a:noFill/>
          </a:ln>
        </p:spPr>
        <p:txBody>
          <a:bodyPr anchor="t">
            <a:spAutoFit/>
          </a:bodyPr>
          <a:p>
            <a:pPr>
              <a:lnSpc>
                <a:spcPct val="100000"/>
              </a:lnSpc>
            </a:pPr>
            <a:r>
              <a:rPr lang="en-GB" sz="1400" b="1" u="none" strike="noStrike">
                <a:solidFill>
                  <a:srgbClr val="000000"/>
                </a:solidFill>
                <a:effectLst/>
                <a:uFillTx/>
                <a:latin typeface="UCL Sans"/>
              </a:rPr>
              <a:t>How to embed UCL Sans in your presentation</a:t>
            </a: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UCL Sans"/>
              </a:rPr>
              <a:t>If your recipients do not have UCL Sans installed, your presentation will show the wrong font on their computer. Here’s how to avoid that happening.</a:t>
            </a:r>
            <a:endParaRPr lang="en-GB" sz="1400" b="0" u="none" strike="noStrike">
              <a:solidFill>
                <a:srgbClr val="000000"/>
              </a:solidFill>
              <a:effectLst/>
              <a:uFillTx/>
              <a:latin typeface="Arial"/>
            </a:endParaRPr>
          </a:p>
        </p:txBody>
      </p:sp>
      <p:sp>
        <p:nvSpPr>
          <p:cNvPr id="232" name="TextBox 4"/>
          <p:cNvSpPr txBox="1"/>
          <p:nvPr/>
        </p:nvSpPr>
        <p:spPr>
          <a:xfrm>
            <a:off x="3539880" y="2120040"/>
            <a:ext cx="8475480" cy="4181760"/>
          </a:xfrm>
          <a:prstGeom prst="rect">
            <a:avLst/>
          </a:prstGeom>
          <a:noFill/>
          <a:ln w="38160">
            <a:noFill/>
          </a:ln>
        </p:spPr>
        <p:txBody>
          <a:bodyPr anchor="t">
            <a:spAutoFit/>
          </a:bodyPr>
          <a:p>
            <a:pPr>
              <a:lnSpc>
                <a:spcPct val="115000"/>
              </a:lnSpc>
              <a:spcAft>
                <a:spcPts val="799"/>
              </a:spcAft>
            </a:pPr>
            <a:r>
              <a:rPr lang="en-GB" sz="1400" b="1" u="none" strike="noStrike">
                <a:solidFill>
                  <a:srgbClr val="000000"/>
                </a:solidFill>
                <a:effectLst/>
                <a:uFillTx/>
                <a:latin typeface="UCL Sans SemiBold"/>
                <a:ea typeface="Aptos"/>
              </a:rPr>
              <a:t>On Windows PCs</a:t>
            </a:r>
            <a:endParaRPr lang="en-GB" sz="14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Select File in the top-left corner of your PowerPoint</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Click Options at the bottom of the left-hand menu</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Select Save from the left-hand list in the PowerPoint Options window</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Scroll down to the section titled ‘Preserve fidelity when sharing this presentation’</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Tick the box labelled ‘Embed fonts in the file’ </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Select ‘Embed all characters’ (Note: this will increase the file size. If you prefer to keep the file size small, or if recipients are unlikely to edit the file, choose the other option.)</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Click OK to save your settings</a:t>
            </a:r>
            <a:r>
              <a:rPr lang="en-GB" sz="1200" b="0" u="none" strike="noStrike">
                <a:solidFill>
                  <a:srgbClr val="000000"/>
                </a:solidFill>
                <a:effectLst/>
                <a:uFillTx/>
                <a:latin typeface="UCL Sans"/>
                <a:ea typeface="Aptos"/>
              </a:rPr>
              <a:t>, then s</a:t>
            </a:r>
            <a:r>
              <a:rPr lang="en-GB" sz="1200" b="0" u="none" strike="noStrike">
                <a:solidFill>
                  <a:srgbClr val="000000"/>
                </a:solidFill>
                <a:effectLst/>
                <a:uFillTx/>
                <a:latin typeface="UCL Sans"/>
                <a:ea typeface="Aptos"/>
              </a:rPr>
              <a:t>ave your presentation again before sharing with others.</a:t>
            </a:r>
            <a:endParaRPr lang="en-GB" sz="1200" b="0" u="none" strike="noStrike">
              <a:solidFill>
                <a:srgbClr val="000000"/>
              </a:solidFill>
              <a:effectLst/>
              <a:uFillTx/>
              <a:latin typeface="Arial"/>
            </a:endParaRPr>
          </a:p>
          <a:p>
            <a:pPr marL="228600" indent="-22860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 </a:t>
            </a:r>
            <a:endParaRPr lang="en-GB" sz="1200" b="0" u="none" strike="noStrike">
              <a:solidFill>
                <a:srgbClr val="000000"/>
              </a:solidFill>
              <a:effectLst/>
              <a:uFillTx/>
              <a:latin typeface="Arial"/>
            </a:endParaRPr>
          </a:p>
          <a:p>
            <a:pPr>
              <a:lnSpc>
                <a:spcPct val="115000"/>
              </a:lnSpc>
              <a:spcAft>
                <a:spcPts val="799"/>
              </a:spcAft>
            </a:pPr>
            <a:r>
              <a:rPr lang="en-GB" sz="1400" b="1" u="none" strike="noStrike">
                <a:solidFill>
                  <a:srgbClr val="000000"/>
                </a:solidFill>
                <a:effectLst/>
                <a:uFillTx/>
                <a:latin typeface="UCL Sans SemiBold"/>
                <a:ea typeface="Aptos"/>
              </a:rPr>
              <a:t>On Apple Macs</a:t>
            </a:r>
            <a:endParaRPr lang="en-GB" sz="14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Choose PowerPoint → Preferences in the menu bar of your PowerPoint</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Click Save in the Preferences window</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Under Font Embedding, tick ‘Embed fonts in the file’</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Select ‘Embed all characters’ (Note: this will increase the file size. If you prefer to keep the file size small, </a:t>
            </a:r>
            <a:br>
              <a:rPr sz="1200"/>
            </a:br>
            <a:r>
              <a:rPr lang="en-GB" sz="1200" b="0" u="none" strike="noStrike">
                <a:solidFill>
                  <a:srgbClr val="000000"/>
                </a:solidFill>
                <a:effectLst/>
                <a:uFillTx/>
                <a:latin typeface="UCL Sans"/>
                <a:ea typeface="Aptos"/>
              </a:rPr>
              <a:t>or if recipients are unlikely to edit the file, choose the other option.)</a:t>
            </a:r>
            <a:endParaRPr lang="en-GB" sz="1200" b="0" u="none" strike="noStrike">
              <a:solidFill>
                <a:srgbClr val="000000"/>
              </a:solidFill>
              <a:effectLst/>
              <a:uFillTx/>
              <a:latin typeface="Arial"/>
            </a:endParaRPr>
          </a:p>
          <a:p>
            <a:pPr marL="343080" indent="-343080">
              <a:lnSpc>
                <a:spcPct val="115000"/>
              </a:lnSpc>
              <a:buClr>
                <a:srgbClr val="000000"/>
              </a:buClr>
              <a:buFont typeface="OpenSymbol"/>
              <a:buAutoNum type="arabicPeriod"/>
            </a:pPr>
            <a:r>
              <a:rPr lang="en-GB" sz="1200" b="0" u="none" strike="noStrike">
                <a:solidFill>
                  <a:srgbClr val="000000"/>
                </a:solidFill>
                <a:effectLst/>
                <a:uFillTx/>
                <a:latin typeface="UCL Sans"/>
                <a:ea typeface="Aptos"/>
              </a:rPr>
              <a:t>Click OK to save your settings</a:t>
            </a:r>
            <a:r>
              <a:rPr lang="en-GB" sz="1200" b="0" u="none" strike="noStrike">
                <a:solidFill>
                  <a:srgbClr val="000000"/>
                </a:solidFill>
                <a:effectLst/>
                <a:uFillTx/>
                <a:latin typeface="UCL Sans"/>
                <a:ea typeface="Aptos"/>
              </a:rPr>
              <a:t>, then s</a:t>
            </a:r>
            <a:r>
              <a:rPr lang="en-GB" sz="1200" b="0" u="none" strike="noStrike">
                <a:solidFill>
                  <a:srgbClr val="000000"/>
                </a:solidFill>
                <a:effectLst/>
                <a:uFillTx/>
                <a:latin typeface="UCL Sans"/>
                <a:ea typeface="Aptos"/>
              </a:rPr>
              <a:t>ave your presentation again before </a:t>
            </a:r>
            <a:br>
              <a:rPr sz="1200"/>
            </a:br>
            <a:r>
              <a:rPr lang="en-GB" sz="1200" b="0" u="none" strike="noStrike">
                <a:solidFill>
                  <a:srgbClr val="000000"/>
                </a:solidFill>
                <a:effectLst/>
                <a:uFillTx/>
                <a:latin typeface="UCL Sans"/>
                <a:ea typeface="Aptos"/>
              </a:rPr>
              <a:t>sharing with others.</a:t>
            </a:r>
            <a:endParaRPr lang="en-GB" sz="1200" b="0" u="none" strike="noStrike">
              <a:solidFill>
                <a:srgbClr val="000000"/>
              </a:solidFill>
              <a:effectLst/>
              <a:uFillTx/>
              <a:latin typeface="Arial"/>
            </a:endParaRPr>
          </a:p>
        </p:txBody>
      </p:sp>
      <p:pic>
        <p:nvPicPr>
          <p:cNvPr id="233" name="Graphic 5"/>
          <p:cNvPicPr/>
          <p:nvPr/>
        </p:nvPicPr>
        <p:blipFill>
          <a:blip r:embed="rId2">
            <a:extLst>
              <a:ext uri="{96DAC541-7B7A-43D3-8B79-37D633B846F1}">
                <asvg:svgBlip xmlns:asvg="http://schemas.microsoft.com/office/drawing/2016/SVG/main" r:embed="rId3"/>
              </a:ext>
            </a:extLst>
          </a:blip>
          <a:stretch/>
        </p:blipFill>
        <p:spPr>
          <a:xfrm>
            <a:off x="589680" y="637920"/>
            <a:ext cx="431280" cy="431280"/>
          </a:xfrm>
          <a:prstGeom prst="rect">
            <a:avLst/>
          </a:prstGeom>
          <a:noFill/>
          <a:ln w="19080">
            <a:noFill/>
          </a:ln>
        </p:spPr>
      </p:pic>
      <p:pic>
        <p:nvPicPr>
          <p:cNvPr id="234" name="Picture 6"/>
          <p:cNvPicPr/>
          <p:nvPr/>
        </p:nvPicPr>
        <p:blipFill>
          <a:blip r:embed="rId4"/>
          <a:stretch/>
        </p:blipFill>
        <p:spPr>
          <a:xfrm>
            <a:off x="587160" y="1228680"/>
            <a:ext cx="1188360" cy="793440"/>
          </a:xfrm>
          <a:prstGeom prst="rect">
            <a:avLst/>
          </a:prstGeom>
          <a:noFill/>
          <a:ln w="19080">
            <a:noFill/>
          </a:ln>
        </p:spPr>
      </p:pic>
      <p:pic>
        <p:nvPicPr>
          <p:cNvPr id="235" name="Picture 7"/>
          <p:cNvPicPr/>
          <p:nvPr/>
        </p:nvPicPr>
        <p:blipFill>
          <a:blip r:embed="rId5"/>
          <a:srcRect l="0" t="0" r="0" b="51230"/>
          <a:stretch/>
        </p:blipFill>
        <p:spPr>
          <a:xfrm>
            <a:off x="570600" y="2181240"/>
            <a:ext cx="2807640" cy="1656000"/>
          </a:xfrm>
          <a:prstGeom prst="rect">
            <a:avLst/>
          </a:prstGeom>
          <a:noFill/>
          <a:ln w="19080">
            <a:noFill/>
          </a:ln>
        </p:spPr>
      </p:pic>
      <p:pic>
        <p:nvPicPr>
          <p:cNvPr id="236" name="Picture 8"/>
          <p:cNvPicPr/>
          <p:nvPr/>
        </p:nvPicPr>
        <p:blipFill>
          <a:blip r:embed="rId6"/>
          <a:srcRect l="0" t="53169" r="0" b="-1945"/>
          <a:stretch/>
        </p:blipFill>
        <p:spPr>
          <a:xfrm>
            <a:off x="587160" y="4027680"/>
            <a:ext cx="2807640" cy="1656000"/>
          </a:xfrm>
          <a:prstGeom prst="rect">
            <a:avLst/>
          </a:prstGeom>
          <a:noFill/>
          <a:ln w="1908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237" name="Rectangle 28"/>
          <p:cNvSpPr/>
          <p:nvPr/>
        </p:nvSpPr>
        <p:spPr>
          <a:xfrm>
            <a:off x="0" y="-1800"/>
            <a:ext cx="12192120" cy="44964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000000"/>
              </a:solidFill>
              <a:effectLst/>
              <a:uFillTx/>
              <a:latin typeface="Arial"/>
            </a:endParaRPr>
          </a:p>
        </p:txBody>
      </p:sp>
      <p:sp>
        <p:nvSpPr>
          <p:cNvPr id="238" name="Rectangle 1"/>
          <p:cNvSpPr/>
          <p:nvPr/>
        </p:nvSpPr>
        <p:spPr>
          <a:xfrm>
            <a:off x="1139040" y="1301760"/>
            <a:ext cx="6719040" cy="175644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000000"/>
              </a:solidFill>
              <a:effectLst/>
              <a:uFillTx/>
              <a:latin typeface="Arial"/>
            </a:endParaRPr>
          </a:p>
        </p:txBody>
      </p:sp>
      <p:pic>
        <p:nvPicPr>
          <p:cNvPr id="239" name="Graphic 2"/>
          <p:cNvPicPr/>
          <p:nvPr/>
        </p:nvPicPr>
        <p:blipFill>
          <a:blip r:embed="rId1">
            <a:extLst>
              <a:ext uri="{96DAC541-7B7A-43D3-8B79-37D633B846F1}">
                <asvg:svgBlip xmlns:asvg="http://schemas.microsoft.com/office/drawing/2016/SVG/main" r:embed="rId2"/>
              </a:ext>
            </a:extLst>
          </a:blip>
          <a:stretch/>
        </p:blipFill>
        <p:spPr>
          <a:xfrm>
            <a:off x="538200" y="637920"/>
            <a:ext cx="482760" cy="482760"/>
          </a:xfrm>
          <a:prstGeom prst="rect">
            <a:avLst/>
          </a:prstGeom>
          <a:noFill/>
          <a:ln w="19080">
            <a:noFill/>
          </a:ln>
        </p:spPr>
      </p:pic>
      <p:sp>
        <p:nvSpPr>
          <p:cNvPr id="240" name="Rectangle 3"/>
          <p:cNvSpPr/>
          <p:nvPr/>
        </p:nvSpPr>
        <p:spPr>
          <a:xfrm>
            <a:off x="124524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1" name="Rectangle 4"/>
          <p:cNvSpPr/>
          <p:nvPr/>
        </p:nvSpPr>
        <p:spPr>
          <a:xfrm>
            <a:off x="206676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2" name="Rectangle 5"/>
          <p:cNvSpPr/>
          <p:nvPr/>
        </p:nvSpPr>
        <p:spPr>
          <a:xfrm>
            <a:off x="288828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3" name="Rectangle 6"/>
          <p:cNvSpPr/>
          <p:nvPr/>
        </p:nvSpPr>
        <p:spPr>
          <a:xfrm>
            <a:off x="370980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4" name="Rectangle 7"/>
          <p:cNvSpPr/>
          <p:nvPr/>
        </p:nvSpPr>
        <p:spPr>
          <a:xfrm>
            <a:off x="453132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5" name="Rectangle 8"/>
          <p:cNvSpPr/>
          <p:nvPr/>
        </p:nvSpPr>
        <p:spPr>
          <a:xfrm>
            <a:off x="535248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6" name="Rectangle 9"/>
          <p:cNvSpPr/>
          <p:nvPr/>
        </p:nvSpPr>
        <p:spPr>
          <a:xfrm>
            <a:off x="617400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47" name="PlaceHolder 1"/>
          <p:cNvSpPr>
            <a:spLocks noGrp="1"/>
          </p:cNvSpPr>
          <p:nvPr>
            <p:ph type="title"/>
          </p:nvPr>
        </p:nvSpPr>
        <p:spPr>
          <a:xfrm>
            <a:off x="521640" y="75600"/>
            <a:ext cx="10515600" cy="357840"/>
          </a:xfrm>
          <a:prstGeom prst="rect">
            <a:avLst/>
          </a:prstGeom>
          <a:noFill/>
          <a:ln w="19080">
            <a:noFill/>
          </a:ln>
        </p:spPr>
        <p:txBody>
          <a:bodyPr lIns="91440" tIns="45720" rIns="91440" bIns="45720" anchor="ctr">
            <a:noAutofit/>
          </a:bodyPr>
          <a:p>
            <a:pPr indent="0" algn="l">
              <a:lnSpc>
                <a:spcPct val="90000"/>
              </a:lnSpc>
              <a:buNone/>
            </a:pPr>
            <a:r>
              <a:rPr lang="en-GB" sz="2400" b="0" u="none" strike="noStrike">
                <a:solidFill>
                  <a:srgbClr val="000000"/>
                </a:solidFill>
                <a:effectLst/>
                <a:uFillTx/>
                <a:latin typeface="UCL Sans SemiBold"/>
              </a:rPr>
              <a:t>System colours for visualising data</a:t>
            </a:r>
            <a:endParaRPr lang="en-GB" sz="2400" b="0" u="none" strike="noStrike">
              <a:solidFill>
                <a:srgbClr val="000000"/>
              </a:solidFill>
              <a:effectLst/>
              <a:uFillTx/>
              <a:latin typeface="Arial"/>
            </a:endParaRPr>
          </a:p>
        </p:txBody>
      </p:sp>
      <p:sp>
        <p:nvSpPr>
          <p:cNvPr id="248" name="TextBox 11"/>
          <p:cNvSpPr txBox="1"/>
          <p:nvPr/>
        </p:nvSpPr>
        <p:spPr>
          <a:xfrm>
            <a:off x="1152360" y="638640"/>
            <a:ext cx="10744920" cy="523080"/>
          </a:xfrm>
          <a:prstGeom prst="rect">
            <a:avLst/>
          </a:prstGeom>
          <a:solidFill>
            <a:schemeClr val="accent1"/>
          </a:solidFill>
          <a:ln w="38160">
            <a:noFill/>
          </a:ln>
        </p:spPr>
        <p:txBody>
          <a:bodyPr anchor="t">
            <a:spAutoFit/>
          </a:bodyPr>
          <a:p>
            <a:pPr>
              <a:lnSpc>
                <a:spcPct val="100000"/>
              </a:lnSpc>
            </a:pPr>
            <a:r>
              <a:rPr lang="en-GB" sz="1400" b="0" u="none" strike="noStrike">
                <a:solidFill>
                  <a:srgbClr val="FAFAFA"/>
                </a:solidFill>
                <a:effectLst/>
                <a:uFillTx/>
                <a:latin typeface="UCL Sans"/>
              </a:rPr>
              <a:t>This template has been designed to meet accessibility guidelines using our purple </a:t>
            </a:r>
            <a:r>
              <a:rPr lang="en-GB" sz="1400" b="0" u="none" strike="noStrike">
                <a:solidFill>
                  <a:srgbClr val="FAFAFA"/>
                </a:solidFill>
                <a:effectLst/>
                <a:uFillTx/>
                <a:latin typeface="UCL Sans"/>
                <a:hlinkClick r:id="rId3"/>
              </a:rPr>
              <a:t>brand colour palette</a:t>
            </a:r>
            <a:r>
              <a:rPr lang="en-GB" sz="1400" b="0" u="none" strike="noStrike">
                <a:solidFill>
                  <a:srgbClr val="FAFAFA"/>
                </a:solidFill>
                <a:effectLst/>
                <a:uFillTx/>
                <a:latin typeface="UCL Sans"/>
              </a:rPr>
              <a:t>. More colours are required for visualising data in charts and graphs however, so a set of system colours is also available.</a:t>
            </a:r>
            <a:endParaRPr lang="en-GB" sz="1400" b="0" u="none" strike="noStrike">
              <a:solidFill>
                <a:srgbClr val="FFFFFF"/>
              </a:solidFill>
              <a:effectLst/>
              <a:uFillTx/>
              <a:latin typeface="Arial"/>
            </a:endParaRPr>
          </a:p>
        </p:txBody>
      </p:sp>
      <p:sp>
        <p:nvSpPr>
          <p:cNvPr id="249" name="TextBox 12"/>
          <p:cNvSpPr txBox="1"/>
          <p:nvPr/>
        </p:nvSpPr>
        <p:spPr>
          <a:xfrm>
            <a:off x="1124640" y="1357560"/>
            <a:ext cx="5925240" cy="369360"/>
          </a:xfrm>
          <a:prstGeom prst="rect">
            <a:avLst/>
          </a:prstGeom>
          <a:noFill/>
          <a:ln w="38160">
            <a:noFill/>
          </a:ln>
        </p:spPr>
        <p:txBody>
          <a:bodyPr wrap="none" anchor="t">
            <a:spAutoFit/>
          </a:bodyPr>
          <a:p>
            <a:pPr>
              <a:lnSpc>
                <a:spcPct val="100000"/>
              </a:lnSpc>
            </a:pPr>
            <a:r>
              <a:rPr lang="en-GB" sz="1800" b="0" u="none" strike="noStrike">
                <a:solidFill>
                  <a:srgbClr val="000000"/>
                </a:solidFill>
                <a:effectLst/>
                <a:uFillTx/>
                <a:latin typeface="UCL Sans SemiBold"/>
              </a:rPr>
              <a:t>Only use the following colours in graphs and charts</a:t>
            </a:r>
            <a:endParaRPr lang="en-GB" sz="1800" b="0" u="none" strike="noStrike">
              <a:solidFill>
                <a:srgbClr val="000000"/>
              </a:solidFill>
              <a:effectLst/>
              <a:uFillTx/>
              <a:latin typeface="Arial"/>
            </a:endParaRPr>
          </a:p>
        </p:txBody>
      </p:sp>
      <p:sp>
        <p:nvSpPr>
          <p:cNvPr id="250" name="TextBox 13"/>
          <p:cNvSpPr txBox="1"/>
          <p:nvPr/>
        </p:nvSpPr>
        <p:spPr>
          <a:xfrm>
            <a:off x="1149840" y="2494080"/>
            <a:ext cx="824760" cy="459000"/>
          </a:xfrm>
          <a:prstGeom prst="rect">
            <a:avLst/>
          </a:prstGeom>
          <a:noFill/>
          <a:ln w="38160">
            <a:noFill/>
          </a:ln>
        </p:spPr>
        <p:txBody>
          <a:bodyPr anchor="t">
            <a:spAutoFit/>
          </a:bodyPr>
          <a:p>
            <a:pPr>
              <a:lnSpc>
                <a:spcPct val="115000"/>
              </a:lnSpc>
            </a:pPr>
            <a:r>
              <a:rPr lang="en-GB" sz="700" b="0" u="none" strike="noStrike">
                <a:solidFill>
                  <a:srgbClr val="000000"/>
                </a:solidFill>
                <a:effectLst/>
                <a:uFillTx/>
                <a:latin typeface="UCL Sans SemiBold"/>
                <a:ea typeface="Aptos"/>
              </a:rPr>
              <a:t>Dark blue</a:t>
            </a:r>
            <a:endParaRPr lang="en-GB" sz="700" b="0" u="none" strike="noStrike">
              <a:solidFill>
                <a:srgbClr val="000000"/>
              </a:solidFill>
              <a:effectLst/>
              <a:uFillTx/>
              <a:latin typeface="Arial"/>
            </a:endParaRPr>
          </a:p>
          <a:p>
            <a:pPr>
              <a:lnSpc>
                <a:spcPct val="115000"/>
              </a:lnSpc>
            </a:pPr>
            <a:r>
              <a:rPr lang="en-GB" sz="700" b="0" u="none" strike="noStrike">
                <a:solidFill>
                  <a:srgbClr val="000000"/>
                </a:solidFill>
                <a:effectLst/>
                <a:uFillTx/>
                <a:latin typeface="UCL Sans"/>
                <a:ea typeface="Aptos"/>
              </a:rPr>
              <a:t>R00 G46 B166</a:t>
            </a:r>
            <a:endParaRPr lang="en-GB" sz="700" b="0" u="none" strike="noStrike">
              <a:solidFill>
                <a:srgbClr val="000000"/>
              </a:solidFill>
              <a:effectLst/>
              <a:uFillTx/>
              <a:latin typeface="Arial"/>
            </a:endParaRPr>
          </a:p>
          <a:p>
            <a:pPr>
              <a:lnSpc>
                <a:spcPct val="115000"/>
              </a:lnSpc>
            </a:pPr>
            <a:r>
              <a:rPr lang="en-GB" sz="700" b="0" u="none" strike="noStrike">
                <a:solidFill>
                  <a:srgbClr val="000000"/>
                </a:solidFill>
                <a:effectLst/>
                <a:uFillTx/>
                <a:latin typeface="UCL Sans"/>
                <a:ea typeface="Aptos"/>
              </a:rPr>
              <a:t>#002ea6</a:t>
            </a:r>
            <a:endParaRPr lang="en-GB" sz="700" b="0" u="none" strike="noStrike">
              <a:solidFill>
                <a:srgbClr val="000000"/>
              </a:solidFill>
              <a:effectLst/>
              <a:uFillTx/>
              <a:latin typeface="Arial"/>
            </a:endParaRPr>
          </a:p>
        </p:txBody>
      </p:sp>
      <p:sp>
        <p:nvSpPr>
          <p:cNvPr id="251" name="TextBox 14"/>
          <p:cNvSpPr txBox="1"/>
          <p:nvPr/>
        </p:nvSpPr>
        <p:spPr>
          <a:xfrm>
            <a:off x="1974240" y="2494080"/>
            <a:ext cx="79920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UCL Sans SemiBold"/>
                <a:ea typeface="Aptos"/>
              </a:rPr>
              <a:t>Dark orange</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R120 G28 B28</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#781c1c</a:t>
            </a:r>
            <a:endParaRPr lang="en-GB" sz="700" b="0" u="none" strike="noStrike">
              <a:solidFill>
                <a:srgbClr val="000000"/>
              </a:solidFill>
              <a:effectLst/>
              <a:uFillTx/>
              <a:latin typeface="Arial"/>
            </a:endParaRPr>
          </a:p>
        </p:txBody>
      </p:sp>
      <p:sp>
        <p:nvSpPr>
          <p:cNvPr id="252" name="TextBox 15"/>
          <p:cNvSpPr txBox="1"/>
          <p:nvPr/>
        </p:nvSpPr>
        <p:spPr>
          <a:xfrm>
            <a:off x="2799000" y="2494080"/>
            <a:ext cx="77292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UCL Sans SemiBold"/>
                <a:ea typeface="Aptos"/>
              </a:rPr>
              <a:t>Dark fuchsia</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R158 G26 B84</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#9e1a54</a:t>
            </a:r>
            <a:endParaRPr lang="en-GB" sz="700" b="0" u="none" strike="noStrike">
              <a:solidFill>
                <a:srgbClr val="000000"/>
              </a:solidFill>
              <a:effectLst/>
              <a:uFillTx/>
              <a:latin typeface="Arial"/>
            </a:endParaRPr>
          </a:p>
        </p:txBody>
      </p:sp>
      <p:sp>
        <p:nvSpPr>
          <p:cNvPr id="253" name="TextBox 16"/>
          <p:cNvSpPr txBox="1"/>
          <p:nvPr/>
        </p:nvSpPr>
        <p:spPr>
          <a:xfrm>
            <a:off x="3614040" y="2494080"/>
            <a:ext cx="87588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UCL Sans SemiBold"/>
                <a:ea typeface="Aptos"/>
              </a:rPr>
              <a:t>Dark teal green</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R00 G94 B92</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#005e5c</a:t>
            </a:r>
            <a:endParaRPr lang="en-GB" sz="700" b="0" u="none" strike="noStrike">
              <a:solidFill>
                <a:srgbClr val="000000"/>
              </a:solidFill>
              <a:effectLst/>
              <a:uFillTx/>
              <a:latin typeface="Arial"/>
            </a:endParaRPr>
          </a:p>
        </p:txBody>
      </p:sp>
      <p:sp>
        <p:nvSpPr>
          <p:cNvPr id="254" name="TextBox 17"/>
          <p:cNvSpPr txBox="1"/>
          <p:nvPr/>
        </p:nvSpPr>
        <p:spPr>
          <a:xfrm>
            <a:off x="4429440" y="2494080"/>
            <a:ext cx="82224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UCL Sans SemiBold"/>
                <a:ea typeface="Aptos"/>
              </a:rPr>
              <a:t>Blue</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R84 G135 B255</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#5487ff</a:t>
            </a:r>
            <a:endParaRPr lang="en-GB" sz="700" b="0" u="none" strike="noStrike">
              <a:solidFill>
                <a:srgbClr val="000000"/>
              </a:solidFill>
              <a:effectLst/>
              <a:uFillTx/>
              <a:latin typeface="Arial"/>
            </a:endParaRPr>
          </a:p>
        </p:txBody>
      </p:sp>
      <p:sp>
        <p:nvSpPr>
          <p:cNvPr id="255" name="TextBox 18"/>
          <p:cNvSpPr txBox="1"/>
          <p:nvPr/>
        </p:nvSpPr>
        <p:spPr>
          <a:xfrm>
            <a:off x="5251320" y="2494080"/>
            <a:ext cx="81504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UCL Sans SemiBold"/>
                <a:ea typeface="Aptos"/>
              </a:rPr>
              <a:t>Orange</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R245 G99 B00</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#E36C2A</a:t>
            </a:r>
            <a:endParaRPr lang="en-GB" sz="700" b="0" u="none" strike="noStrike">
              <a:solidFill>
                <a:srgbClr val="000000"/>
              </a:solidFill>
              <a:effectLst/>
              <a:uFillTx/>
              <a:latin typeface="Arial"/>
            </a:endParaRPr>
          </a:p>
        </p:txBody>
      </p:sp>
      <p:sp>
        <p:nvSpPr>
          <p:cNvPr id="256" name="TextBox 19"/>
          <p:cNvSpPr txBox="1"/>
          <p:nvPr/>
        </p:nvSpPr>
        <p:spPr>
          <a:xfrm>
            <a:off x="6095880" y="2494080"/>
            <a:ext cx="81504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UCL Sans SemiBold"/>
                <a:ea typeface="Aptos"/>
              </a:rPr>
              <a:t>Fuchsia</a:t>
            </a:r>
            <a:r>
              <a:rPr lang="en-GB" sz="700" b="0" u="none" strike="noStrike">
                <a:solidFill>
                  <a:srgbClr val="000000"/>
                </a:solidFill>
                <a:effectLst/>
                <a:uFillTx/>
                <a:latin typeface="UCL Sans"/>
                <a:ea typeface="Aptos"/>
              </a:rPr>
              <a:t> </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R237 G54 B125</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#ED367D</a:t>
            </a:r>
            <a:endParaRPr lang="en-GB" sz="700" b="0" u="none" strike="noStrike">
              <a:solidFill>
                <a:srgbClr val="000000"/>
              </a:solidFill>
              <a:effectLst/>
              <a:uFillTx/>
              <a:latin typeface="Arial"/>
            </a:endParaRPr>
          </a:p>
        </p:txBody>
      </p:sp>
      <p:sp>
        <p:nvSpPr>
          <p:cNvPr id="257" name="TextBox 20"/>
          <p:cNvSpPr txBox="1"/>
          <p:nvPr/>
        </p:nvSpPr>
        <p:spPr>
          <a:xfrm>
            <a:off x="6910920" y="2494080"/>
            <a:ext cx="947160" cy="415440"/>
          </a:xfrm>
          <a:prstGeom prst="rect">
            <a:avLst/>
          </a:prstGeom>
          <a:noFill/>
          <a:ln w="38160">
            <a:noFill/>
          </a:ln>
        </p:spPr>
        <p:txBody>
          <a:bodyPr anchor="t">
            <a:spAutoFit/>
          </a:bodyPr>
          <a:p>
            <a:pPr>
              <a:lnSpc>
                <a:spcPct val="100000"/>
              </a:lnSpc>
            </a:pPr>
            <a:r>
              <a:rPr lang="en-GB" sz="700" b="0" u="none" strike="noStrike">
                <a:solidFill>
                  <a:srgbClr val="000000"/>
                </a:solidFill>
                <a:effectLst/>
                <a:uFillTx/>
                <a:latin typeface="Aptos SemiBold"/>
                <a:ea typeface="Aptos"/>
              </a:rPr>
              <a:t>Teal green</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 R00 G158 B156</a:t>
            </a:r>
            <a:endParaRPr lang="en-GB" sz="700" b="0" u="none" strike="noStrike">
              <a:solidFill>
                <a:srgbClr val="000000"/>
              </a:solidFill>
              <a:effectLst/>
              <a:uFillTx/>
              <a:latin typeface="Arial"/>
            </a:endParaRPr>
          </a:p>
          <a:p>
            <a:pPr>
              <a:lnSpc>
                <a:spcPct val="100000"/>
              </a:lnSpc>
            </a:pPr>
            <a:r>
              <a:rPr lang="en-GB" sz="700" b="0" u="none" strike="noStrike">
                <a:solidFill>
                  <a:srgbClr val="000000"/>
                </a:solidFill>
                <a:effectLst/>
                <a:uFillTx/>
                <a:latin typeface="UCL Sans"/>
                <a:ea typeface="Aptos"/>
              </a:rPr>
              <a:t>#57b444</a:t>
            </a:r>
            <a:endParaRPr lang="en-GB" sz="700" b="0" u="none" strike="noStrike">
              <a:solidFill>
                <a:srgbClr val="000000"/>
              </a:solidFill>
              <a:effectLst/>
              <a:uFillTx/>
              <a:latin typeface="Arial"/>
            </a:endParaRPr>
          </a:p>
        </p:txBody>
      </p:sp>
      <p:graphicFrame>
        <p:nvGraphicFramePr>
          <p:cNvPr id="258" name="Chart 21"/>
          <p:cNvGraphicFramePr/>
          <p:nvPr/>
        </p:nvGraphicFramePr>
        <p:xfrm>
          <a:off x="799560" y="3078360"/>
          <a:ext cx="3573720" cy="2421000"/>
        </p:xfrm>
        <a:graphic>
          <a:graphicData uri="http://schemas.openxmlformats.org/drawingml/2006/chart">
            <c:chart xmlns:c="http://schemas.openxmlformats.org/drawingml/2006/chart" xmlns:r="http://schemas.openxmlformats.org/officeDocument/2006/relationships" r:id="rId4"/>
          </a:graphicData>
        </a:graphic>
      </p:graphicFrame>
      <p:grpSp>
        <p:nvGrpSpPr>
          <p:cNvPr id="259" name="Diagram 22"/>
          <p:cNvGrpSpPr/>
          <p:nvPr/>
        </p:nvGrpSpPr>
        <p:grpSpPr>
          <a:xfrm>
            <a:off x="4490280" y="3776760"/>
            <a:ext cx="2578680" cy="1119960"/>
            <a:chOff x="4490280" y="3776760"/>
            <a:chExt cx="2578680" cy="1119960"/>
          </a:xfrm>
        </p:grpSpPr>
        <p:sp>
          <p:nvSpPr>
            <p:cNvPr id="260" name=""/>
            <p:cNvSpPr/>
            <p:nvPr/>
          </p:nvSpPr>
          <p:spPr>
            <a:xfrm>
              <a:off x="4490280" y="4264560"/>
              <a:ext cx="678600" cy="339480"/>
            </a:xfrm>
            <a:custGeom>
              <a:avLst/>
              <a:gdLst>
                <a:gd name="textAreaLeft" fmla="*/ 0 w 678600"/>
                <a:gd name="textAreaRight" fmla="*/ 678960 w 678600"/>
                <a:gd name="textAreaTop" fmla="*/ 0 h 339480"/>
                <a:gd name="textAreaBottom" fmla="*/ 339840 h 339480"/>
              </a:gdLst>
              <a:ahLst/>
              <a:cxnLst/>
              <a:rect l="textAreaLeft" t="textAreaTop" r="textAreaRight" b="textAreaBottom"/>
              <a:pathLst>
                <a:path w="678648" h="339324">
                  <a:moveTo>
                    <a:pt x="0" y="33932"/>
                  </a:moveTo>
                  <a:cubicBezTo>
                    <a:pt x="0" y="15192"/>
                    <a:pt x="15192" y="0"/>
                    <a:pt x="33932" y="0"/>
                  </a:cubicBezTo>
                  <a:lnTo>
                    <a:pt x="644716" y="0"/>
                  </a:lnTo>
                  <a:cubicBezTo>
                    <a:pt x="663456" y="0"/>
                    <a:pt x="678648" y="15192"/>
                    <a:pt x="678648" y="33932"/>
                  </a:cubicBezTo>
                  <a:lnTo>
                    <a:pt x="678648" y="305392"/>
                  </a:lnTo>
                  <a:cubicBezTo>
                    <a:pt x="678648" y="324132"/>
                    <a:pt x="663456" y="339324"/>
                    <a:pt x="644716" y="339324"/>
                  </a:cubicBezTo>
                  <a:lnTo>
                    <a:pt x="33932" y="339324"/>
                  </a:lnTo>
                  <a:cubicBezTo>
                    <a:pt x="15192" y="339324"/>
                    <a:pt x="0" y="324132"/>
                    <a:pt x="0" y="305392"/>
                  </a:cubicBezTo>
                  <a:lnTo>
                    <a:pt x="0" y="33932"/>
                  </a:lnTo>
                  <a:close/>
                </a:path>
              </a:pathLst>
            </a:custGeom>
            <a:solidFill>
              <a:schemeClr val="accent1"/>
            </a:solidFill>
            <a:ln w="19080">
              <a:solidFill>
                <a:schemeClr val="accent1">
                  <a:lumMod val="75000"/>
                  <a:lumOff val="0"/>
                </a:schemeClr>
              </a:solidFill>
              <a:miter/>
            </a:ln>
          </p:spPr>
          <p:style>
            <a:lnRef idx="0"/>
            <a:fillRef idx="0"/>
            <a:effectRef idx="0"/>
            <a:fontRef idx="minor"/>
          </p:style>
          <p:txBody>
            <a:bodyPr lIns="17640" tIns="17640" rIns="17640" bIns="17640" anchor="ctr" anchorCtr="1">
              <a:noAutofit/>
            </a:bodyPr>
            <a:p>
              <a:pPr algn="ctr">
                <a:lnSpc>
                  <a:spcPct val="90000"/>
                </a:lnSpc>
                <a:spcAft>
                  <a:spcPts val="499"/>
                </a:spcAft>
              </a:pPr>
              <a:r>
                <a:rPr lang="en-GB" sz="1200" b="0" u="none" strike="noStrike">
                  <a:solidFill>
                    <a:srgbClr val="FAFAFA"/>
                  </a:solidFill>
                  <a:effectLst/>
                  <a:uFillTx/>
                  <a:latin typeface="Aptos"/>
                </a:rPr>
                <a:t>Item A</a:t>
              </a:r>
              <a:endParaRPr lang="en-GB" sz="1200" b="0" u="none" strike="noStrike">
                <a:solidFill>
                  <a:srgbClr val="FFFFFF"/>
                </a:solidFill>
                <a:effectLst/>
                <a:uFillTx/>
                <a:latin typeface="Arial"/>
              </a:endParaRPr>
            </a:p>
          </p:txBody>
        </p:sp>
        <p:sp>
          <p:nvSpPr>
            <p:cNvPr id="261" name=""/>
            <p:cNvSpPr/>
            <p:nvPr/>
          </p:nvSpPr>
          <p:spPr>
            <a:xfrm rot="18771000">
              <a:off x="5104800" y="4272840"/>
              <a:ext cx="399240" cy="29880"/>
            </a:xfrm>
            <a:custGeom>
              <a:avLst/>
              <a:gdLst>
                <a:gd name="textAreaLeft" fmla="*/ 0 w 399240"/>
                <a:gd name="textAreaRight" fmla="*/ 399600 w 399240"/>
                <a:gd name="textAreaTop" fmla="*/ 0 h 29880"/>
                <a:gd name="textAreaBottom" fmla="*/ 30240 h 29880"/>
              </a:gdLst>
              <a:ahLst/>
              <a:cxnLst/>
              <a:rect l="textAreaLeft" t="textAreaTop" r="textAreaRight" b="textAreaBottom"/>
              <a:pathLst>
                <a:path w="399179" h="29707">
                  <a:moveTo>
                    <a:pt x="0" y="14853"/>
                  </a:moveTo>
                  <a:lnTo>
                    <a:pt x="399179" y="14853"/>
                  </a:lnTo>
                </a:path>
              </a:pathLst>
            </a:custGeom>
            <a:noFill/>
            <a:ln w="6480">
              <a:solidFill>
                <a:schemeClr val="accent1">
                  <a:lumMod val="75000"/>
                  <a:lumOff val="0"/>
                </a:schemeClr>
              </a:solidFill>
              <a:miter/>
              <a:tailEnd len="med" type="triangle" w="med"/>
            </a:ln>
          </p:spPr>
          <p:style>
            <a:lnRef idx="0"/>
            <a:fillRef idx="0"/>
            <a:effectRef idx="0"/>
            <a:fontRef idx="minor"/>
          </p:style>
          <p:txBody>
            <a:bodyPr lIns="202320" tIns="5040" rIns="202320" bIns="5040" anchor="ctr" anchorCtr="1">
              <a:noAutofit/>
            </a:bodyPr>
            <a:p>
              <a:pPr/>
              <a:endParaRPr lang="en-GB" sz="1800" b="0" u="none" strike="noStrike">
                <a:solidFill>
                  <a:srgbClr val="000000"/>
                </a:solidFill>
                <a:effectLst/>
                <a:uFillTx/>
                <a:latin typeface="Arial"/>
              </a:endParaRPr>
            </a:p>
          </p:txBody>
        </p:sp>
        <p:sp>
          <p:nvSpPr>
            <p:cNvPr id="262" name=""/>
            <p:cNvSpPr/>
            <p:nvPr/>
          </p:nvSpPr>
          <p:spPr>
            <a:xfrm>
              <a:off x="5440320" y="3971880"/>
              <a:ext cx="678600" cy="339480"/>
            </a:xfrm>
            <a:custGeom>
              <a:avLst/>
              <a:gdLst>
                <a:gd name="textAreaLeft" fmla="*/ 0 w 678600"/>
                <a:gd name="textAreaRight" fmla="*/ 678960 w 678600"/>
                <a:gd name="textAreaTop" fmla="*/ 0 h 339480"/>
                <a:gd name="textAreaBottom" fmla="*/ 339840 h 339480"/>
              </a:gdLst>
              <a:ahLst/>
              <a:cxnLst/>
              <a:rect l="textAreaLeft" t="textAreaTop" r="textAreaRight" b="textAreaBottom"/>
              <a:pathLst>
                <a:path w="678648" h="339324">
                  <a:moveTo>
                    <a:pt x="0" y="33932"/>
                  </a:moveTo>
                  <a:cubicBezTo>
                    <a:pt x="0" y="15192"/>
                    <a:pt x="15192" y="0"/>
                    <a:pt x="33932" y="0"/>
                  </a:cubicBezTo>
                  <a:lnTo>
                    <a:pt x="644716" y="0"/>
                  </a:lnTo>
                  <a:cubicBezTo>
                    <a:pt x="663456" y="0"/>
                    <a:pt x="678648" y="15192"/>
                    <a:pt x="678648" y="33932"/>
                  </a:cubicBezTo>
                  <a:lnTo>
                    <a:pt x="678648" y="305392"/>
                  </a:lnTo>
                  <a:cubicBezTo>
                    <a:pt x="678648" y="324132"/>
                    <a:pt x="663456" y="339324"/>
                    <a:pt x="644716" y="339324"/>
                  </a:cubicBezTo>
                  <a:lnTo>
                    <a:pt x="33932" y="339324"/>
                  </a:lnTo>
                  <a:cubicBezTo>
                    <a:pt x="15192" y="339324"/>
                    <a:pt x="0" y="324132"/>
                    <a:pt x="0" y="305392"/>
                  </a:cubicBezTo>
                  <a:lnTo>
                    <a:pt x="0" y="33932"/>
                  </a:lnTo>
                  <a:close/>
                </a:path>
              </a:pathLst>
            </a:custGeom>
            <a:solidFill>
              <a:schemeClr val="accent1"/>
            </a:solidFill>
            <a:ln w="19080">
              <a:solidFill>
                <a:schemeClr val="accent1">
                  <a:lumMod val="75000"/>
                  <a:lumOff val="0"/>
                </a:schemeClr>
              </a:solidFill>
              <a:miter/>
            </a:ln>
          </p:spPr>
          <p:style>
            <a:lnRef idx="0"/>
            <a:fillRef idx="0"/>
            <a:effectRef idx="0"/>
            <a:fontRef idx="minor"/>
          </p:style>
          <p:txBody>
            <a:bodyPr lIns="17640" tIns="17640" rIns="17640" bIns="17640" anchor="ctr" anchorCtr="1">
              <a:noAutofit/>
            </a:bodyPr>
            <a:p>
              <a:pPr algn="ctr">
                <a:lnSpc>
                  <a:spcPct val="90000"/>
                </a:lnSpc>
                <a:spcAft>
                  <a:spcPts val="499"/>
                </a:spcAft>
              </a:pPr>
              <a:r>
                <a:rPr lang="en-GB" sz="1200" b="0" u="none" strike="noStrike">
                  <a:solidFill>
                    <a:srgbClr val="FAFAFA"/>
                  </a:solidFill>
                  <a:effectLst/>
                  <a:uFillTx/>
                  <a:latin typeface="Aptos"/>
                </a:rPr>
                <a:t>Item B</a:t>
              </a:r>
              <a:endParaRPr lang="en-GB" sz="1200" b="0" u="none" strike="noStrike">
                <a:solidFill>
                  <a:srgbClr val="FFFFFF"/>
                </a:solidFill>
                <a:effectLst/>
                <a:uFillTx/>
                <a:latin typeface="Arial"/>
              </a:endParaRPr>
            </a:p>
          </p:txBody>
        </p:sp>
        <p:sp>
          <p:nvSpPr>
            <p:cNvPr id="263" name=""/>
            <p:cNvSpPr/>
            <p:nvPr/>
          </p:nvSpPr>
          <p:spPr>
            <a:xfrm rot="19457400">
              <a:off x="6087240" y="4029120"/>
              <a:ext cx="334440" cy="29880"/>
            </a:xfrm>
            <a:custGeom>
              <a:avLst/>
              <a:gdLst>
                <a:gd name="textAreaLeft" fmla="*/ 0 w 334440"/>
                <a:gd name="textAreaRight" fmla="*/ 334800 w 334440"/>
                <a:gd name="textAreaTop" fmla="*/ 0 h 29880"/>
                <a:gd name="textAreaBottom" fmla="*/ 30240 h 29880"/>
              </a:gdLst>
              <a:ahLst/>
              <a:cxnLst/>
              <a:rect l="textAreaLeft" t="textAreaTop" r="textAreaRight" b="textAreaBottom"/>
              <a:pathLst>
                <a:path w="334303" h="29707">
                  <a:moveTo>
                    <a:pt x="0" y="14853"/>
                  </a:moveTo>
                  <a:lnTo>
                    <a:pt x="334303" y="14853"/>
                  </a:lnTo>
                </a:path>
              </a:pathLst>
            </a:custGeom>
            <a:noFill/>
            <a:ln w="6480">
              <a:solidFill>
                <a:schemeClr val="accent1">
                  <a:lumMod val="75000"/>
                  <a:lumOff val="0"/>
                </a:schemeClr>
              </a:solidFill>
              <a:miter/>
              <a:tailEnd len="med" type="triangle" w="med"/>
            </a:ln>
          </p:spPr>
          <p:style>
            <a:lnRef idx="0"/>
            <a:fillRef idx="0"/>
            <a:effectRef idx="0"/>
            <a:fontRef idx="minor"/>
          </p:style>
          <p:txBody>
            <a:bodyPr lIns="171360" tIns="6480" rIns="171360" bIns="6480" anchor="ctr" anchorCtr="1">
              <a:noAutofit/>
            </a:bodyPr>
            <a:p>
              <a:pPr/>
              <a:endParaRPr lang="en-GB" sz="1800" b="0" u="none" strike="noStrike">
                <a:solidFill>
                  <a:srgbClr val="000000"/>
                </a:solidFill>
                <a:effectLst/>
                <a:uFillTx/>
                <a:latin typeface="Arial"/>
              </a:endParaRPr>
            </a:p>
          </p:txBody>
        </p:sp>
        <p:sp>
          <p:nvSpPr>
            <p:cNvPr id="264" name=""/>
            <p:cNvSpPr/>
            <p:nvPr/>
          </p:nvSpPr>
          <p:spPr>
            <a:xfrm>
              <a:off x="6390360" y="3776760"/>
              <a:ext cx="678600" cy="339480"/>
            </a:xfrm>
            <a:custGeom>
              <a:avLst/>
              <a:gdLst>
                <a:gd name="textAreaLeft" fmla="*/ 0 w 678600"/>
                <a:gd name="textAreaRight" fmla="*/ 678960 w 678600"/>
                <a:gd name="textAreaTop" fmla="*/ 0 h 339480"/>
                <a:gd name="textAreaBottom" fmla="*/ 339840 h 339480"/>
              </a:gdLst>
              <a:ahLst/>
              <a:cxnLst/>
              <a:rect l="textAreaLeft" t="textAreaTop" r="textAreaRight" b="textAreaBottom"/>
              <a:pathLst>
                <a:path w="678648" h="339324">
                  <a:moveTo>
                    <a:pt x="0" y="33932"/>
                  </a:moveTo>
                  <a:cubicBezTo>
                    <a:pt x="0" y="15192"/>
                    <a:pt x="15192" y="0"/>
                    <a:pt x="33932" y="0"/>
                  </a:cubicBezTo>
                  <a:lnTo>
                    <a:pt x="644716" y="0"/>
                  </a:lnTo>
                  <a:cubicBezTo>
                    <a:pt x="663456" y="0"/>
                    <a:pt x="678648" y="15192"/>
                    <a:pt x="678648" y="33932"/>
                  </a:cubicBezTo>
                  <a:lnTo>
                    <a:pt x="678648" y="305392"/>
                  </a:lnTo>
                  <a:cubicBezTo>
                    <a:pt x="678648" y="324132"/>
                    <a:pt x="663456" y="339324"/>
                    <a:pt x="644716" y="339324"/>
                  </a:cubicBezTo>
                  <a:lnTo>
                    <a:pt x="33932" y="339324"/>
                  </a:lnTo>
                  <a:cubicBezTo>
                    <a:pt x="15192" y="339324"/>
                    <a:pt x="0" y="324132"/>
                    <a:pt x="0" y="305392"/>
                  </a:cubicBezTo>
                  <a:lnTo>
                    <a:pt x="0" y="33932"/>
                  </a:lnTo>
                  <a:close/>
                </a:path>
              </a:pathLst>
            </a:custGeom>
            <a:solidFill>
              <a:schemeClr val="accent1"/>
            </a:solidFill>
            <a:ln w="19080">
              <a:solidFill>
                <a:schemeClr val="accent1">
                  <a:lumMod val="75000"/>
                  <a:lumOff val="0"/>
                </a:schemeClr>
              </a:solidFill>
              <a:miter/>
            </a:ln>
          </p:spPr>
          <p:style>
            <a:lnRef idx="0"/>
            <a:fillRef idx="0"/>
            <a:effectRef idx="0"/>
            <a:fontRef idx="minor"/>
          </p:style>
          <p:txBody>
            <a:bodyPr lIns="17640" tIns="17640" rIns="17640" bIns="17640" anchor="ctr" anchorCtr="1">
              <a:noAutofit/>
            </a:bodyPr>
            <a:p>
              <a:pPr algn="ctr">
                <a:lnSpc>
                  <a:spcPct val="90000"/>
                </a:lnSpc>
                <a:spcAft>
                  <a:spcPts val="499"/>
                </a:spcAft>
              </a:pPr>
              <a:r>
                <a:rPr lang="en-GB" sz="1200" b="0" u="none" strike="noStrike">
                  <a:solidFill>
                    <a:srgbClr val="FAFAFA"/>
                  </a:solidFill>
                  <a:effectLst/>
                  <a:uFillTx/>
                  <a:latin typeface="Aptos"/>
                </a:rPr>
                <a:t>Item D</a:t>
              </a:r>
              <a:endParaRPr lang="en-GB" sz="1200" b="0" u="none" strike="noStrike">
                <a:solidFill>
                  <a:srgbClr val="FFFFFF"/>
                </a:solidFill>
                <a:effectLst/>
                <a:uFillTx/>
                <a:latin typeface="Arial"/>
              </a:endParaRPr>
            </a:p>
          </p:txBody>
        </p:sp>
        <p:sp>
          <p:nvSpPr>
            <p:cNvPr id="265" name=""/>
            <p:cNvSpPr/>
            <p:nvPr/>
          </p:nvSpPr>
          <p:spPr>
            <a:xfrm rot="2142600">
              <a:off x="6087240" y="4224240"/>
              <a:ext cx="334440" cy="29880"/>
            </a:xfrm>
            <a:custGeom>
              <a:avLst/>
              <a:gdLst>
                <a:gd name="textAreaLeft" fmla="*/ 0 w 334440"/>
                <a:gd name="textAreaRight" fmla="*/ 334800 w 334440"/>
                <a:gd name="textAreaTop" fmla="*/ 0 h 29880"/>
                <a:gd name="textAreaBottom" fmla="*/ 30240 h 29880"/>
              </a:gdLst>
              <a:ahLst/>
              <a:cxnLst/>
              <a:rect l="textAreaLeft" t="textAreaTop" r="textAreaRight" b="textAreaBottom"/>
              <a:pathLst>
                <a:path w="334303" h="29707">
                  <a:moveTo>
                    <a:pt x="0" y="14853"/>
                  </a:moveTo>
                  <a:lnTo>
                    <a:pt x="334303" y="14853"/>
                  </a:lnTo>
                </a:path>
              </a:pathLst>
            </a:custGeom>
            <a:noFill/>
            <a:ln w="6480">
              <a:solidFill>
                <a:schemeClr val="accent1">
                  <a:lumMod val="75000"/>
                  <a:lumOff val="0"/>
                </a:schemeClr>
              </a:solidFill>
              <a:miter/>
              <a:tailEnd len="med" type="triangle" w="med"/>
            </a:ln>
          </p:spPr>
          <p:style>
            <a:lnRef idx="0"/>
            <a:fillRef idx="0"/>
            <a:effectRef idx="0"/>
            <a:fontRef idx="minor"/>
          </p:style>
          <p:txBody>
            <a:bodyPr lIns="171360" tIns="6480" rIns="171360" bIns="6480" anchor="ctr" anchorCtr="1">
              <a:noAutofit/>
            </a:bodyPr>
            <a:p>
              <a:pPr/>
              <a:endParaRPr lang="en-GB" sz="1800" b="0" u="none" strike="noStrike">
                <a:solidFill>
                  <a:srgbClr val="000000"/>
                </a:solidFill>
                <a:effectLst/>
                <a:uFillTx/>
                <a:latin typeface="Arial"/>
              </a:endParaRPr>
            </a:p>
          </p:txBody>
        </p:sp>
        <p:sp>
          <p:nvSpPr>
            <p:cNvPr id="266" name=""/>
            <p:cNvSpPr/>
            <p:nvPr/>
          </p:nvSpPr>
          <p:spPr>
            <a:xfrm>
              <a:off x="6390360" y="4167000"/>
              <a:ext cx="678600" cy="339480"/>
            </a:xfrm>
            <a:custGeom>
              <a:avLst/>
              <a:gdLst>
                <a:gd name="textAreaLeft" fmla="*/ 0 w 678600"/>
                <a:gd name="textAreaRight" fmla="*/ 678960 w 678600"/>
                <a:gd name="textAreaTop" fmla="*/ 0 h 339480"/>
                <a:gd name="textAreaBottom" fmla="*/ 339840 h 339480"/>
              </a:gdLst>
              <a:ahLst/>
              <a:cxnLst/>
              <a:rect l="textAreaLeft" t="textAreaTop" r="textAreaRight" b="textAreaBottom"/>
              <a:pathLst>
                <a:path w="678648" h="339324">
                  <a:moveTo>
                    <a:pt x="0" y="33932"/>
                  </a:moveTo>
                  <a:cubicBezTo>
                    <a:pt x="0" y="15192"/>
                    <a:pt x="15192" y="0"/>
                    <a:pt x="33932" y="0"/>
                  </a:cubicBezTo>
                  <a:lnTo>
                    <a:pt x="644716" y="0"/>
                  </a:lnTo>
                  <a:cubicBezTo>
                    <a:pt x="663456" y="0"/>
                    <a:pt x="678648" y="15192"/>
                    <a:pt x="678648" y="33932"/>
                  </a:cubicBezTo>
                  <a:lnTo>
                    <a:pt x="678648" y="305392"/>
                  </a:lnTo>
                  <a:cubicBezTo>
                    <a:pt x="678648" y="324132"/>
                    <a:pt x="663456" y="339324"/>
                    <a:pt x="644716" y="339324"/>
                  </a:cubicBezTo>
                  <a:lnTo>
                    <a:pt x="33932" y="339324"/>
                  </a:lnTo>
                  <a:cubicBezTo>
                    <a:pt x="15192" y="339324"/>
                    <a:pt x="0" y="324132"/>
                    <a:pt x="0" y="305392"/>
                  </a:cubicBezTo>
                  <a:lnTo>
                    <a:pt x="0" y="33932"/>
                  </a:lnTo>
                  <a:close/>
                </a:path>
              </a:pathLst>
            </a:custGeom>
            <a:solidFill>
              <a:schemeClr val="accent1"/>
            </a:solidFill>
            <a:ln w="19080">
              <a:solidFill>
                <a:schemeClr val="accent1">
                  <a:lumMod val="75000"/>
                  <a:lumOff val="0"/>
                </a:schemeClr>
              </a:solidFill>
              <a:miter/>
            </a:ln>
          </p:spPr>
          <p:style>
            <a:lnRef idx="0"/>
            <a:fillRef idx="0"/>
            <a:effectRef idx="0"/>
            <a:fontRef idx="minor"/>
          </p:style>
          <p:txBody>
            <a:bodyPr lIns="17640" tIns="17640" rIns="17640" bIns="17640" anchor="ctr" anchorCtr="1">
              <a:noAutofit/>
            </a:bodyPr>
            <a:p>
              <a:pPr algn="ctr">
                <a:lnSpc>
                  <a:spcPct val="90000"/>
                </a:lnSpc>
                <a:spcAft>
                  <a:spcPts val="499"/>
                </a:spcAft>
              </a:pPr>
              <a:r>
                <a:rPr lang="en-GB" sz="1200" b="0" u="none" strike="noStrike">
                  <a:solidFill>
                    <a:srgbClr val="FAFAFA"/>
                  </a:solidFill>
                  <a:effectLst/>
                  <a:uFillTx/>
                  <a:latin typeface="Aptos"/>
                </a:rPr>
                <a:t>Item E</a:t>
              </a:r>
              <a:endParaRPr lang="en-GB" sz="1200" b="0" u="none" strike="noStrike">
                <a:solidFill>
                  <a:srgbClr val="FFFFFF"/>
                </a:solidFill>
                <a:effectLst/>
                <a:uFillTx/>
                <a:latin typeface="Arial"/>
              </a:endParaRPr>
            </a:p>
          </p:txBody>
        </p:sp>
        <p:sp>
          <p:nvSpPr>
            <p:cNvPr id="267" name=""/>
            <p:cNvSpPr/>
            <p:nvPr/>
          </p:nvSpPr>
          <p:spPr>
            <a:xfrm rot="2829000">
              <a:off x="5104800" y="4565520"/>
              <a:ext cx="399240" cy="29880"/>
            </a:xfrm>
            <a:custGeom>
              <a:avLst/>
              <a:gdLst>
                <a:gd name="textAreaLeft" fmla="*/ 0 w 399240"/>
                <a:gd name="textAreaRight" fmla="*/ 399600 w 399240"/>
                <a:gd name="textAreaTop" fmla="*/ 0 h 29880"/>
                <a:gd name="textAreaBottom" fmla="*/ 30240 h 29880"/>
              </a:gdLst>
              <a:ahLst/>
              <a:cxnLst/>
              <a:rect l="textAreaLeft" t="textAreaTop" r="textAreaRight" b="textAreaBottom"/>
              <a:pathLst>
                <a:path w="399179" h="29707">
                  <a:moveTo>
                    <a:pt x="0" y="14853"/>
                  </a:moveTo>
                  <a:lnTo>
                    <a:pt x="399179" y="14853"/>
                  </a:lnTo>
                </a:path>
              </a:pathLst>
            </a:custGeom>
            <a:noFill/>
            <a:ln w="6480">
              <a:solidFill>
                <a:schemeClr val="accent1">
                  <a:lumMod val="75000"/>
                  <a:lumOff val="0"/>
                </a:schemeClr>
              </a:solidFill>
              <a:miter/>
              <a:tailEnd len="med" type="triangle" w="med"/>
            </a:ln>
          </p:spPr>
          <p:style>
            <a:lnRef idx="0"/>
            <a:fillRef idx="0"/>
            <a:effectRef idx="0"/>
            <a:fontRef idx="minor"/>
          </p:style>
          <p:txBody>
            <a:bodyPr lIns="202320" tIns="5040" rIns="202320" bIns="5040" anchor="ctr" anchorCtr="1">
              <a:noAutofit/>
            </a:bodyPr>
            <a:p>
              <a:pPr/>
              <a:endParaRPr lang="en-GB" sz="1800" b="0" u="none" strike="noStrike">
                <a:solidFill>
                  <a:srgbClr val="000000"/>
                </a:solidFill>
                <a:effectLst/>
                <a:uFillTx/>
                <a:latin typeface="Arial"/>
              </a:endParaRPr>
            </a:p>
          </p:txBody>
        </p:sp>
        <p:sp>
          <p:nvSpPr>
            <p:cNvPr id="268" name=""/>
            <p:cNvSpPr/>
            <p:nvPr/>
          </p:nvSpPr>
          <p:spPr>
            <a:xfrm>
              <a:off x="5440320" y="4557240"/>
              <a:ext cx="678600" cy="339480"/>
            </a:xfrm>
            <a:custGeom>
              <a:avLst/>
              <a:gdLst>
                <a:gd name="textAreaLeft" fmla="*/ 0 w 678600"/>
                <a:gd name="textAreaRight" fmla="*/ 678960 w 678600"/>
                <a:gd name="textAreaTop" fmla="*/ 0 h 339480"/>
                <a:gd name="textAreaBottom" fmla="*/ 339840 h 339480"/>
              </a:gdLst>
              <a:ahLst/>
              <a:cxnLst/>
              <a:rect l="textAreaLeft" t="textAreaTop" r="textAreaRight" b="textAreaBottom"/>
              <a:pathLst>
                <a:path w="678648" h="339324">
                  <a:moveTo>
                    <a:pt x="0" y="33932"/>
                  </a:moveTo>
                  <a:cubicBezTo>
                    <a:pt x="0" y="15192"/>
                    <a:pt x="15192" y="0"/>
                    <a:pt x="33932" y="0"/>
                  </a:cubicBezTo>
                  <a:lnTo>
                    <a:pt x="644716" y="0"/>
                  </a:lnTo>
                  <a:cubicBezTo>
                    <a:pt x="663456" y="0"/>
                    <a:pt x="678648" y="15192"/>
                    <a:pt x="678648" y="33932"/>
                  </a:cubicBezTo>
                  <a:lnTo>
                    <a:pt x="678648" y="305392"/>
                  </a:lnTo>
                  <a:cubicBezTo>
                    <a:pt x="678648" y="324132"/>
                    <a:pt x="663456" y="339324"/>
                    <a:pt x="644716" y="339324"/>
                  </a:cubicBezTo>
                  <a:lnTo>
                    <a:pt x="33932" y="339324"/>
                  </a:lnTo>
                  <a:cubicBezTo>
                    <a:pt x="15192" y="339324"/>
                    <a:pt x="0" y="324132"/>
                    <a:pt x="0" y="305392"/>
                  </a:cubicBezTo>
                  <a:lnTo>
                    <a:pt x="0" y="33932"/>
                  </a:lnTo>
                  <a:close/>
                </a:path>
              </a:pathLst>
            </a:custGeom>
            <a:solidFill>
              <a:schemeClr val="accent1"/>
            </a:solidFill>
            <a:ln w="19080">
              <a:solidFill>
                <a:schemeClr val="accent1">
                  <a:lumMod val="75000"/>
                  <a:lumOff val="0"/>
                </a:schemeClr>
              </a:solidFill>
              <a:miter/>
            </a:ln>
          </p:spPr>
          <p:style>
            <a:lnRef idx="0"/>
            <a:fillRef idx="0"/>
            <a:effectRef idx="0"/>
            <a:fontRef idx="minor"/>
          </p:style>
          <p:txBody>
            <a:bodyPr lIns="17640" tIns="17640" rIns="17640" bIns="17640" anchor="ctr" anchorCtr="1">
              <a:noAutofit/>
            </a:bodyPr>
            <a:p>
              <a:pPr algn="ctr">
                <a:lnSpc>
                  <a:spcPct val="90000"/>
                </a:lnSpc>
                <a:spcAft>
                  <a:spcPts val="499"/>
                </a:spcAft>
              </a:pPr>
              <a:r>
                <a:rPr lang="en-GB" sz="1200" b="0" u="none" strike="noStrike">
                  <a:solidFill>
                    <a:srgbClr val="FAFAFA"/>
                  </a:solidFill>
                  <a:effectLst/>
                  <a:uFillTx/>
                  <a:latin typeface="Aptos"/>
                </a:rPr>
                <a:t>Item C</a:t>
              </a:r>
              <a:endParaRPr lang="en-GB" sz="1200" b="0" u="none" strike="noStrike">
                <a:solidFill>
                  <a:srgbClr val="FFFFFF"/>
                </a:solidFill>
                <a:effectLst/>
                <a:uFillTx/>
                <a:latin typeface="Arial"/>
              </a:endParaRPr>
            </a:p>
          </p:txBody>
        </p:sp>
        <p:sp>
          <p:nvSpPr>
            <p:cNvPr id="269" name=""/>
            <p:cNvSpPr/>
            <p:nvPr/>
          </p:nvSpPr>
          <p:spPr>
            <a:xfrm>
              <a:off x="6118920" y="4712040"/>
              <a:ext cx="271440" cy="29880"/>
            </a:xfrm>
            <a:custGeom>
              <a:avLst/>
              <a:gdLst>
                <a:gd name="textAreaLeft" fmla="*/ 0 w 271440"/>
                <a:gd name="textAreaRight" fmla="*/ 271800 w 271440"/>
                <a:gd name="textAreaTop" fmla="*/ 0 h 29880"/>
                <a:gd name="textAreaBottom" fmla="*/ 30240 h 29880"/>
              </a:gdLst>
              <a:ahLst/>
              <a:cxnLst/>
              <a:rect l="textAreaLeft" t="textAreaTop" r="textAreaRight" b="textAreaBottom"/>
              <a:pathLst>
                <a:path w="271459" h="29707">
                  <a:moveTo>
                    <a:pt x="0" y="14853"/>
                  </a:moveTo>
                  <a:lnTo>
                    <a:pt x="271459" y="14853"/>
                  </a:lnTo>
                </a:path>
              </a:pathLst>
            </a:custGeom>
            <a:noFill/>
            <a:ln w="6480">
              <a:solidFill>
                <a:schemeClr val="accent1">
                  <a:lumMod val="75000"/>
                  <a:lumOff val="0"/>
                </a:schemeClr>
              </a:solidFill>
              <a:miter/>
              <a:tailEnd len="med" type="triangle" w="med"/>
            </a:ln>
          </p:spPr>
          <p:style>
            <a:lnRef idx="0"/>
            <a:fillRef idx="0"/>
            <a:effectRef idx="0"/>
            <a:fontRef idx="minor"/>
          </p:style>
          <p:txBody>
            <a:bodyPr lIns="141480" tIns="7920" rIns="141480" bIns="7920" anchor="ctr" anchorCtr="1">
              <a:noAutofit/>
            </a:bodyPr>
            <a:p>
              <a:pPr/>
              <a:endParaRPr lang="en-GB" sz="1800" b="0" u="none" strike="noStrike">
                <a:solidFill>
                  <a:srgbClr val="000000"/>
                </a:solidFill>
                <a:effectLst/>
                <a:uFillTx/>
                <a:latin typeface="Arial"/>
              </a:endParaRPr>
            </a:p>
          </p:txBody>
        </p:sp>
        <p:sp>
          <p:nvSpPr>
            <p:cNvPr id="270" name=""/>
            <p:cNvSpPr/>
            <p:nvPr/>
          </p:nvSpPr>
          <p:spPr>
            <a:xfrm>
              <a:off x="6390360" y="4557240"/>
              <a:ext cx="678600" cy="339480"/>
            </a:xfrm>
            <a:custGeom>
              <a:avLst/>
              <a:gdLst>
                <a:gd name="textAreaLeft" fmla="*/ 0 w 678600"/>
                <a:gd name="textAreaRight" fmla="*/ 678960 w 678600"/>
                <a:gd name="textAreaTop" fmla="*/ 0 h 339480"/>
                <a:gd name="textAreaBottom" fmla="*/ 339840 h 339480"/>
              </a:gdLst>
              <a:ahLst/>
              <a:cxnLst/>
              <a:rect l="textAreaLeft" t="textAreaTop" r="textAreaRight" b="textAreaBottom"/>
              <a:pathLst>
                <a:path w="678648" h="339324">
                  <a:moveTo>
                    <a:pt x="0" y="33932"/>
                  </a:moveTo>
                  <a:cubicBezTo>
                    <a:pt x="0" y="15192"/>
                    <a:pt x="15192" y="0"/>
                    <a:pt x="33932" y="0"/>
                  </a:cubicBezTo>
                  <a:lnTo>
                    <a:pt x="644716" y="0"/>
                  </a:lnTo>
                  <a:cubicBezTo>
                    <a:pt x="663456" y="0"/>
                    <a:pt x="678648" y="15192"/>
                    <a:pt x="678648" y="33932"/>
                  </a:cubicBezTo>
                  <a:lnTo>
                    <a:pt x="678648" y="305392"/>
                  </a:lnTo>
                  <a:cubicBezTo>
                    <a:pt x="678648" y="324132"/>
                    <a:pt x="663456" y="339324"/>
                    <a:pt x="644716" y="339324"/>
                  </a:cubicBezTo>
                  <a:lnTo>
                    <a:pt x="33932" y="339324"/>
                  </a:lnTo>
                  <a:cubicBezTo>
                    <a:pt x="15192" y="339324"/>
                    <a:pt x="0" y="324132"/>
                    <a:pt x="0" y="305392"/>
                  </a:cubicBezTo>
                  <a:lnTo>
                    <a:pt x="0" y="33932"/>
                  </a:lnTo>
                  <a:close/>
                </a:path>
              </a:pathLst>
            </a:custGeom>
            <a:solidFill>
              <a:schemeClr val="accent1"/>
            </a:solidFill>
            <a:ln w="19080">
              <a:solidFill>
                <a:schemeClr val="accent1">
                  <a:lumMod val="75000"/>
                  <a:lumOff val="0"/>
                </a:schemeClr>
              </a:solidFill>
              <a:miter/>
            </a:ln>
          </p:spPr>
          <p:style>
            <a:lnRef idx="0"/>
            <a:fillRef idx="0"/>
            <a:effectRef idx="0"/>
            <a:fontRef idx="minor"/>
          </p:style>
          <p:txBody>
            <a:bodyPr lIns="17640" tIns="17640" rIns="17640" bIns="17640" anchor="ctr" anchorCtr="1">
              <a:noAutofit/>
            </a:bodyPr>
            <a:p>
              <a:pPr algn="ctr">
                <a:lnSpc>
                  <a:spcPct val="90000"/>
                </a:lnSpc>
                <a:spcAft>
                  <a:spcPts val="499"/>
                </a:spcAft>
              </a:pPr>
              <a:r>
                <a:rPr lang="en-GB" sz="1200" b="0" u="none" strike="noStrike">
                  <a:solidFill>
                    <a:srgbClr val="FAFAFA"/>
                  </a:solidFill>
                  <a:effectLst/>
                  <a:uFillTx/>
                  <a:latin typeface="Aptos"/>
                </a:rPr>
                <a:t>Item F</a:t>
              </a:r>
              <a:endParaRPr lang="en-GB" sz="1200" b="0" u="none" strike="noStrike">
                <a:solidFill>
                  <a:srgbClr val="FFFFFF"/>
                </a:solidFill>
                <a:effectLst/>
                <a:uFillTx/>
                <a:latin typeface="Arial"/>
              </a:endParaRPr>
            </a:p>
          </p:txBody>
        </p:sp>
      </p:grpSp>
      <p:sp>
        <p:nvSpPr>
          <p:cNvPr id="271" name="Rectangle 23"/>
          <p:cNvSpPr/>
          <p:nvPr/>
        </p:nvSpPr>
        <p:spPr>
          <a:xfrm>
            <a:off x="6995520" y="1827000"/>
            <a:ext cx="646200" cy="6462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graphicFrame>
        <p:nvGraphicFramePr>
          <p:cNvPr id="272" name="Chart 24"/>
          <p:cNvGraphicFramePr/>
          <p:nvPr/>
        </p:nvGraphicFramePr>
        <p:xfrm>
          <a:off x="8055720" y="1385280"/>
          <a:ext cx="3871080" cy="4289760"/>
        </p:xfrm>
        <a:graphic>
          <a:graphicData uri="http://schemas.openxmlformats.org/drawingml/2006/chart">
            <c:chart xmlns:c="http://schemas.openxmlformats.org/drawingml/2006/chart" xmlns:r="http://schemas.openxmlformats.org/officeDocument/2006/relationships" r:id="rId5"/>
          </a:graphicData>
        </a:graphic>
      </p:graphicFrame>
      <p:sp>
        <p:nvSpPr>
          <p:cNvPr id="273" name="TextBox 25"/>
          <p:cNvSpPr txBox="1"/>
          <p:nvPr/>
        </p:nvSpPr>
        <p:spPr>
          <a:xfrm>
            <a:off x="960120" y="5675040"/>
            <a:ext cx="7014600" cy="523080"/>
          </a:xfrm>
          <a:prstGeom prst="rect">
            <a:avLst/>
          </a:prstGeom>
          <a:noFill/>
          <a:ln w="38160">
            <a:noFill/>
          </a:ln>
        </p:spPr>
        <p:txBody>
          <a:bodyPr anchor="t">
            <a:spAutoFit/>
          </a:bodyPr>
          <a:p>
            <a:pPr>
              <a:lnSpc>
                <a:spcPct val="100000"/>
              </a:lnSpc>
            </a:pPr>
            <a:r>
              <a:rPr lang="en-GB" sz="1400" b="0" u="none" strike="noStrike">
                <a:solidFill>
                  <a:srgbClr val="000000"/>
                </a:solidFill>
                <a:effectLst/>
                <a:uFillTx/>
                <a:latin typeface="UCL Sans"/>
              </a:rPr>
              <a:t>You can find system colours in any colour window under ‘Recent colours’, or you may need to add them using the codes below and save them under ‘More colours’.</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274" name="Rectangle 11"/>
          <p:cNvSpPr/>
          <p:nvPr/>
        </p:nvSpPr>
        <p:spPr>
          <a:xfrm>
            <a:off x="0" y="-1800"/>
            <a:ext cx="12192120" cy="44964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000000"/>
              </a:solidFill>
              <a:effectLst/>
              <a:uFillTx/>
              <a:latin typeface="Arial"/>
            </a:endParaRPr>
          </a:p>
        </p:txBody>
      </p:sp>
      <p:sp>
        <p:nvSpPr>
          <p:cNvPr id="275" name="PlaceHolder 1"/>
          <p:cNvSpPr>
            <a:spLocks noGrp="1"/>
          </p:cNvSpPr>
          <p:nvPr>
            <p:ph type="title"/>
          </p:nvPr>
        </p:nvSpPr>
        <p:spPr>
          <a:xfrm>
            <a:off x="526320" y="95400"/>
            <a:ext cx="10515600" cy="379800"/>
          </a:xfrm>
          <a:prstGeom prst="rect">
            <a:avLst/>
          </a:prstGeom>
          <a:noFill/>
          <a:ln w="19080">
            <a:noFill/>
          </a:ln>
        </p:spPr>
        <p:txBody>
          <a:bodyPr lIns="91440" tIns="45720" rIns="91440" bIns="45720" anchor="ctr">
            <a:noAutofit/>
          </a:bodyPr>
          <a:p>
            <a:pPr indent="0" algn="l">
              <a:lnSpc>
                <a:spcPct val="90000"/>
              </a:lnSpc>
              <a:buNone/>
            </a:pPr>
            <a:r>
              <a:rPr lang="en-GB" sz="2400" b="0" u="none" strike="noStrike">
                <a:solidFill>
                  <a:srgbClr val="000000"/>
                </a:solidFill>
                <a:effectLst/>
                <a:uFillTx/>
                <a:latin typeface="UCL Sans SemiBold"/>
              </a:rPr>
              <a:t>PowerPoint accessibility checklist</a:t>
            </a:r>
            <a:endParaRPr lang="en-GB" sz="2400" b="0" u="none" strike="noStrike">
              <a:solidFill>
                <a:srgbClr val="000000"/>
              </a:solidFill>
              <a:effectLst/>
              <a:uFillTx/>
              <a:latin typeface="Arial"/>
            </a:endParaRPr>
          </a:p>
        </p:txBody>
      </p:sp>
      <p:pic>
        <p:nvPicPr>
          <p:cNvPr id="276" name="Graphic 3"/>
          <p:cNvPicPr/>
          <p:nvPr/>
        </p:nvPicPr>
        <p:blipFill>
          <a:blip r:embed="rId1">
            <a:extLst>
              <a:ext uri="{96DAC541-7B7A-43D3-8B79-37D633B846F1}">
                <asvg:svgBlip xmlns:asvg="http://schemas.microsoft.com/office/drawing/2016/SVG/main" r:embed="rId2"/>
              </a:ext>
            </a:extLst>
          </a:blip>
          <a:stretch/>
        </p:blipFill>
        <p:spPr>
          <a:xfrm>
            <a:off x="538200" y="668160"/>
            <a:ext cx="482760" cy="482760"/>
          </a:xfrm>
          <a:prstGeom prst="rect">
            <a:avLst/>
          </a:prstGeom>
          <a:noFill/>
          <a:ln w="19080">
            <a:noFill/>
          </a:ln>
        </p:spPr>
      </p:pic>
      <p:sp>
        <p:nvSpPr>
          <p:cNvPr id="277" name="TextBox 4"/>
          <p:cNvSpPr txBox="1"/>
          <p:nvPr/>
        </p:nvSpPr>
        <p:spPr>
          <a:xfrm>
            <a:off x="1099440" y="1396440"/>
            <a:ext cx="10403640" cy="1600560"/>
          </a:xfrm>
          <a:prstGeom prst="rect">
            <a:avLst/>
          </a:prstGeom>
          <a:noFill/>
          <a:ln w="38160">
            <a:noFill/>
          </a:ln>
        </p:spPr>
        <p:txBody>
          <a:bodyPr anchor="t">
            <a:spAutoFit/>
          </a:bodyPr>
          <a:p>
            <a:pPr>
              <a:lnSpc>
                <a:spcPct val="100000"/>
              </a:lnSpc>
            </a:pPr>
            <a:r>
              <a:rPr lang="en-GB" sz="1400" b="0" u="none" strike="noStrike">
                <a:solidFill>
                  <a:srgbClr val="000000"/>
                </a:solidFill>
                <a:effectLst/>
                <a:uFillTx/>
                <a:latin typeface="UCL Sans"/>
              </a:rPr>
              <a:t>UCL’s Information Services Division (ISD) has put together </a:t>
            </a:r>
            <a:r>
              <a:rPr lang="en-GB" sz="1400" b="0" u="none" strike="noStrike">
                <a:solidFill>
                  <a:srgbClr val="000000"/>
                </a:solidFill>
                <a:effectLst/>
                <a:uFillTx/>
                <a:latin typeface="UCL Sans"/>
                <a:hlinkClick r:id="rId3"/>
              </a:rPr>
              <a:t>guidance on creating accessible slides</a:t>
            </a:r>
            <a:r>
              <a:rPr lang="en-GB" sz="1400" b="0" u="none" strike="noStrike">
                <a:solidFill>
                  <a:srgbClr val="000000"/>
                </a:solidFill>
                <a:effectLst/>
                <a:uFillTx/>
                <a:latin typeface="UCL Sans"/>
              </a:rPr>
              <a:t>, which covers:</a:t>
            </a:r>
            <a:endParaRPr lang="en-GB" sz="1400" b="0" u="none" strike="noStrike">
              <a:solidFill>
                <a:srgbClr val="000000"/>
              </a:solidFill>
              <a:effectLst/>
              <a:uFillTx/>
              <a:latin typeface="Arial"/>
            </a:endParaRPr>
          </a:p>
          <a:p>
            <a:pPr marL="171360" indent="-171360">
              <a:lnSpc>
                <a:spcPct val="100000"/>
              </a:lnSpc>
              <a:buClr>
                <a:srgbClr val="000000"/>
              </a:buClr>
              <a:buFont typeface="Arial"/>
              <a:buChar char="•"/>
            </a:pPr>
            <a:r>
              <a:rPr lang="en-GB" sz="1400" b="0" u="none" strike="noStrike">
                <a:solidFill>
                  <a:srgbClr val="000000"/>
                </a:solidFill>
                <a:effectLst/>
                <a:uFillTx/>
                <a:latin typeface="UCL Sans"/>
              </a:rPr>
              <a:t>Ordering objects on each slide to improve readability, especially for people using screen readers</a:t>
            </a:r>
            <a:endParaRPr lang="en-GB" sz="1400" b="0" u="none" strike="noStrike">
              <a:solidFill>
                <a:srgbClr val="000000"/>
              </a:solidFill>
              <a:effectLst/>
              <a:uFillTx/>
              <a:latin typeface="Arial"/>
            </a:endParaRPr>
          </a:p>
          <a:p>
            <a:pPr marL="171360" indent="-171360">
              <a:lnSpc>
                <a:spcPct val="100000"/>
              </a:lnSpc>
              <a:buClr>
                <a:srgbClr val="000000"/>
              </a:buClr>
              <a:buFont typeface="Arial"/>
              <a:buChar char="•"/>
            </a:pPr>
            <a:r>
              <a:rPr lang="en-GB" sz="1400" b="0" u="none" strike="noStrike">
                <a:solidFill>
                  <a:srgbClr val="000000"/>
                </a:solidFill>
                <a:effectLst/>
                <a:uFillTx/>
                <a:latin typeface="UCL Sans"/>
              </a:rPr>
              <a:t>Using slide notes</a:t>
            </a:r>
            <a:endParaRPr lang="en-GB" sz="1400" b="0" u="none" strike="noStrike">
              <a:solidFill>
                <a:srgbClr val="000000"/>
              </a:solidFill>
              <a:effectLst/>
              <a:uFillTx/>
              <a:latin typeface="Arial"/>
            </a:endParaRPr>
          </a:p>
          <a:p>
            <a:pPr marL="171360" indent="-171360">
              <a:lnSpc>
                <a:spcPct val="100000"/>
              </a:lnSpc>
              <a:buClr>
                <a:srgbClr val="000000"/>
              </a:buClr>
              <a:buFont typeface="Arial"/>
              <a:buChar char="•"/>
            </a:pPr>
            <a:r>
              <a:rPr lang="en-GB" sz="1400" b="0" u="none" strike="noStrike">
                <a:solidFill>
                  <a:srgbClr val="000000"/>
                </a:solidFill>
                <a:effectLst/>
                <a:uFillTx/>
                <a:latin typeface="UCL Sans"/>
              </a:rPr>
              <a:t>Alt text on images</a:t>
            </a:r>
            <a:endParaRPr lang="en-GB" sz="1400" b="0" u="none" strike="noStrike">
              <a:solidFill>
                <a:srgbClr val="000000"/>
              </a:solidFill>
              <a:effectLst/>
              <a:uFillTx/>
              <a:latin typeface="Arial"/>
            </a:endParaRPr>
          </a:p>
          <a:p>
            <a:pPr marL="171360" indent="-171360">
              <a:lnSpc>
                <a:spcPct val="100000"/>
              </a:lnSpc>
              <a:buClr>
                <a:srgbClr val="000000"/>
              </a:buClr>
              <a:buFont typeface="Arial"/>
              <a:buChar char="•"/>
            </a:pPr>
            <a:r>
              <a:rPr lang="en-GB" sz="1400" b="0" u="none" strike="noStrike">
                <a:solidFill>
                  <a:srgbClr val="000000"/>
                </a:solidFill>
                <a:effectLst/>
                <a:uFillTx/>
                <a:latin typeface="UCL Sans"/>
              </a:rPr>
              <a:t>Alignment and spacing of text</a:t>
            </a:r>
            <a:endParaRPr lang="en-GB" sz="1400" b="0" u="none" strike="noStrike">
              <a:solidFill>
                <a:srgbClr val="000000"/>
              </a:solidFill>
              <a:effectLst/>
              <a:uFillTx/>
              <a:latin typeface="Arial"/>
            </a:endParaRPr>
          </a:p>
          <a:p>
            <a:pPr marL="171360" indent="-171360">
              <a:lnSpc>
                <a:spcPct val="100000"/>
              </a:lnSpc>
              <a:buClr>
                <a:srgbClr val="000000"/>
              </a:buClr>
              <a:buFont typeface="Arial"/>
              <a:buChar char="•"/>
            </a:pPr>
            <a:r>
              <a:rPr lang="en-GB" sz="1400" b="0" u="none" strike="noStrike">
                <a:solidFill>
                  <a:srgbClr val="000000"/>
                </a:solidFill>
                <a:effectLst/>
                <a:uFillTx/>
                <a:latin typeface="UCL Sans"/>
              </a:rPr>
              <a:t>Punctuation and formatting to avoid</a:t>
            </a:r>
            <a:endParaRPr lang="en-GB" sz="1400" b="0" u="none" strike="noStrike">
              <a:solidFill>
                <a:srgbClr val="000000"/>
              </a:solidFill>
              <a:effectLst/>
              <a:uFillTx/>
              <a:latin typeface="Arial"/>
            </a:endParaRPr>
          </a:p>
          <a:p>
            <a:pPr marL="171360" indent="-171360">
              <a:lnSpc>
                <a:spcPct val="100000"/>
              </a:lnSpc>
              <a:buClr>
                <a:srgbClr val="000000"/>
              </a:buClr>
              <a:buFont typeface="Arial"/>
              <a:buChar char="•"/>
            </a:pPr>
            <a:r>
              <a:rPr lang="en-GB" sz="1400" b="0" u="none" strike="noStrike">
                <a:solidFill>
                  <a:srgbClr val="000000"/>
                </a:solidFill>
                <a:effectLst/>
                <a:uFillTx/>
                <a:latin typeface="UCL Sans"/>
              </a:rPr>
              <a:t>Use of colour (Note:</a:t>
            </a:r>
            <a:r>
              <a:rPr lang="en-GB" sz="1400" b="0" u="none" strike="noStrike">
                <a:solidFill>
                  <a:srgbClr val="000000"/>
                </a:solidFill>
                <a:effectLst/>
                <a:uFillTx/>
                <a:latin typeface="UCL Sans"/>
              </a:rPr>
              <a:t> t</a:t>
            </a:r>
            <a:r>
              <a:rPr lang="en-GB" sz="1400" b="0" u="none" strike="noStrike">
                <a:solidFill>
                  <a:srgbClr val="000000"/>
                </a:solidFill>
                <a:effectLst/>
                <a:uFillTx/>
                <a:latin typeface="UCL Sans"/>
                <a:ea typeface="Aptos"/>
              </a:rPr>
              <a:t>he ‘white’ background of these slides is actually off white #FAFAFA to reduce contrast slightly.)</a:t>
            </a:r>
            <a:endParaRPr lang="en-GB" sz="1400" b="0" u="none" strike="noStrike">
              <a:solidFill>
                <a:srgbClr val="000000"/>
              </a:solidFill>
              <a:effectLst/>
              <a:uFillTx/>
              <a:latin typeface="Arial"/>
            </a:endParaRPr>
          </a:p>
        </p:txBody>
      </p:sp>
      <p:sp>
        <p:nvSpPr>
          <p:cNvPr id="278" name="TextBox 7"/>
          <p:cNvSpPr txBox="1"/>
          <p:nvPr/>
        </p:nvSpPr>
        <p:spPr>
          <a:xfrm>
            <a:off x="1099440" y="3210480"/>
            <a:ext cx="10300320" cy="1612440"/>
          </a:xfrm>
          <a:prstGeom prst="rect">
            <a:avLst/>
          </a:prstGeom>
          <a:noFill/>
          <a:ln w="38160">
            <a:noFill/>
          </a:ln>
        </p:spPr>
        <p:txBody>
          <a:bodyPr anchor="t">
            <a:spAutoFit/>
          </a:bodyPr>
          <a:p>
            <a:pPr>
              <a:lnSpc>
                <a:spcPct val="100000"/>
              </a:lnSpc>
            </a:pPr>
            <a:r>
              <a:rPr lang="en-GB" sz="1600" b="1" u="none" strike="noStrike">
                <a:solidFill>
                  <a:srgbClr val="000000"/>
                </a:solidFill>
                <a:effectLst/>
                <a:uFillTx/>
                <a:latin typeface="UCL Sans"/>
              </a:rPr>
              <a:t>Useful resources</a:t>
            </a:r>
            <a:endParaRPr lang="en-GB" sz="1600" b="0" u="none" strike="noStrike">
              <a:solidFill>
                <a:srgbClr val="000000"/>
              </a:solidFill>
              <a:effectLst/>
              <a:uFillTx/>
              <a:latin typeface="Arial"/>
            </a:endParaRPr>
          </a:p>
          <a:p>
            <a:pPr>
              <a:lnSpc>
                <a:spcPct val="100000"/>
              </a:lnSpc>
            </a:pPr>
            <a:endParaRPr lang="en-GB" sz="105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1" u="none" strike="noStrike">
                <a:solidFill>
                  <a:srgbClr val="000000"/>
                </a:solidFill>
                <a:effectLst/>
                <a:uFillTx/>
                <a:latin typeface="UCL Sans"/>
              </a:rPr>
              <a:t>UCL’s </a:t>
            </a:r>
            <a:r>
              <a:rPr lang="en-GB" sz="1400" b="1" u="none" strike="noStrike">
                <a:solidFill>
                  <a:srgbClr val="000000"/>
                </a:solidFill>
                <a:effectLst/>
                <a:uFillTx/>
                <a:latin typeface="UCL Sans"/>
                <a:hlinkClick r:id="rId4"/>
              </a:rPr>
              <a:t>Digital Accessibility Policy</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1" u="none" strike="noStrike">
                <a:solidFill>
                  <a:srgbClr val="000000"/>
                </a:solidFill>
                <a:effectLst/>
                <a:uFillTx/>
                <a:latin typeface="UCL Sans SemiBold"/>
              </a:rPr>
              <a:t> </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1" u="none" strike="noStrike">
                <a:solidFill>
                  <a:srgbClr val="000000"/>
                </a:solidFill>
                <a:effectLst/>
                <a:uFillTx/>
                <a:latin typeface="UCL Sans"/>
              </a:rPr>
              <a:t>UCL guidance on </a:t>
            </a:r>
            <a:r>
              <a:rPr lang="en-GB" sz="1400" b="1" u="none" strike="noStrike">
                <a:solidFill>
                  <a:srgbClr val="000000"/>
                </a:solidFill>
                <a:effectLst/>
                <a:uFillTx/>
                <a:latin typeface="UCL Sans"/>
                <a:hlinkClick r:id="rId5"/>
              </a:rPr>
              <a:t>creating accessible slides</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1" u="none" strike="noStrike">
                <a:solidFill>
                  <a:srgbClr val="000000"/>
                </a:solidFill>
                <a:effectLst/>
                <a:uFillTx/>
                <a:latin typeface="UCL Sans"/>
              </a:rPr>
              <a:t> </a:t>
            </a:r>
            <a:endParaRPr lang="en-GB" sz="1400" b="0" u="none" strike="noStrike">
              <a:solidFill>
                <a:srgbClr val="000000"/>
              </a:solidFill>
              <a:effectLst/>
              <a:uFillTx/>
              <a:latin typeface="Arial"/>
            </a:endParaRPr>
          </a:p>
          <a:p>
            <a:pPr marL="285840" indent="-285840">
              <a:lnSpc>
                <a:spcPct val="100000"/>
              </a:lnSpc>
              <a:buClr>
                <a:srgbClr val="000000"/>
              </a:buClr>
              <a:buFont typeface="Wingdings"/>
              <a:buChar char="§"/>
            </a:pPr>
            <a:r>
              <a:rPr lang="en-GB" sz="1400" b="1" u="none" strike="noStrike">
                <a:solidFill>
                  <a:srgbClr val="000000"/>
                </a:solidFill>
                <a:effectLst/>
                <a:uFillTx/>
                <a:latin typeface="UCL Sans"/>
              </a:rPr>
              <a:t>GOV.UK guidance on </a:t>
            </a:r>
            <a:r>
              <a:rPr lang="en-GB" sz="1400" b="1" u="none" strike="noStrike">
                <a:solidFill>
                  <a:srgbClr val="000000"/>
                </a:solidFill>
                <a:effectLst/>
                <a:uFillTx/>
                <a:latin typeface="UCL Sans"/>
                <a:hlinkClick r:id="rId6"/>
              </a:rPr>
              <a:t>publishing accessible documents</a:t>
            </a:r>
            <a:endParaRPr lang="en-GB" sz="1400" b="0" u="none" strike="noStrike">
              <a:solidFill>
                <a:srgbClr val="000000"/>
              </a:solidFill>
              <a:effectLst/>
              <a:uFillTx/>
              <a:latin typeface="Arial"/>
            </a:endParaRPr>
          </a:p>
        </p:txBody>
      </p:sp>
      <p:sp>
        <p:nvSpPr>
          <p:cNvPr id="279" name="TextBox 5"/>
          <p:cNvSpPr txBox="1"/>
          <p:nvPr/>
        </p:nvSpPr>
        <p:spPr>
          <a:xfrm>
            <a:off x="1099440" y="5036040"/>
            <a:ext cx="9576360" cy="523080"/>
          </a:xfrm>
          <a:prstGeom prst="rect">
            <a:avLst/>
          </a:prstGeom>
          <a:solidFill>
            <a:schemeClr val="accent1"/>
          </a:solidFill>
          <a:ln w="38160">
            <a:noFill/>
          </a:ln>
        </p:spPr>
        <p:txBody>
          <a:bodyPr anchor="t">
            <a:spAutoFit/>
          </a:bodyPr>
          <a:p>
            <a:pPr>
              <a:lnSpc>
                <a:spcPct val="100000"/>
              </a:lnSpc>
            </a:pPr>
            <a:r>
              <a:rPr lang="en-GB" sz="1400" b="0" u="none" strike="noStrike">
                <a:solidFill>
                  <a:srgbClr val="000000"/>
                </a:solidFill>
                <a:effectLst/>
                <a:uFillTx/>
                <a:latin typeface="UCL Sans"/>
              </a:rPr>
              <a:t>We recommend running PowerPoint’s built-in </a:t>
            </a:r>
            <a:r>
              <a:rPr lang="en-GB" sz="1400" b="0" u="none" strike="noStrike">
                <a:solidFill>
                  <a:srgbClr val="000000"/>
                </a:solidFill>
                <a:effectLst/>
                <a:uFillTx/>
                <a:latin typeface="UCL Sans SemiBold"/>
              </a:rPr>
              <a:t>Accessibility Checker</a:t>
            </a:r>
            <a:r>
              <a:rPr lang="en-GB" sz="1400" b="0" u="none" strike="noStrike">
                <a:solidFill>
                  <a:srgbClr val="000000"/>
                </a:solidFill>
                <a:effectLst/>
                <a:uFillTx/>
                <a:latin typeface="UCL Sans"/>
              </a:rPr>
              <a:t> before finalising your presentation. It will help you review and fix any issues, including missing titles and alt text. Go to </a:t>
            </a:r>
            <a:r>
              <a:rPr lang="en-GB" sz="1400" b="0" u="none" strike="noStrike">
                <a:solidFill>
                  <a:srgbClr val="000000"/>
                </a:solidFill>
                <a:effectLst/>
                <a:uFillTx/>
                <a:latin typeface="UCL Sans SemiBold"/>
              </a:rPr>
              <a:t>Review </a:t>
            </a:r>
            <a:r>
              <a:rPr lang="en-GB" sz="1400" b="0" u="none" strike="noStrike">
                <a:solidFill>
                  <a:srgbClr val="000000"/>
                </a:solidFill>
                <a:effectLst/>
                <a:uFillTx/>
                <a:latin typeface="UCL Sans SemiBold"/>
                <a:ea typeface="Aptos"/>
              </a:rPr>
              <a:t>→  </a:t>
            </a:r>
            <a:r>
              <a:rPr lang="en-GB" sz="1400" b="0" u="none" strike="noStrike">
                <a:solidFill>
                  <a:srgbClr val="000000"/>
                </a:solidFill>
                <a:effectLst/>
                <a:uFillTx/>
                <a:latin typeface="UCL Sans SemiBold"/>
              </a:rPr>
              <a:t>Check Accessibility</a:t>
            </a:r>
            <a:r>
              <a:rPr lang="en-GB" sz="1200" b="0" u="none" strike="noStrike">
                <a:solidFill>
                  <a:srgbClr val="000000"/>
                </a:solidFill>
                <a:effectLst/>
                <a:uFillTx/>
                <a:latin typeface="UCL Sans"/>
              </a:rPr>
              <a:t>. </a:t>
            </a:r>
            <a:endParaRPr lang="en-GB" sz="1200" b="0" u="none" strike="noStrike">
              <a:solidFill>
                <a:srgbClr val="000000"/>
              </a:solidFill>
              <a:effectLst/>
              <a:uFillTx/>
              <a:latin typeface="Arial"/>
            </a:endParaRPr>
          </a:p>
        </p:txBody>
      </p:sp>
      <p:pic>
        <p:nvPicPr>
          <p:cNvPr id="280" name="Graphic 6"/>
          <p:cNvPicPr/>
          <p:nvPr/>
        </p:nvPicPr>
        <p:blipFill>
          <a:blip r:embed="rId7">
            <a:extLst>
              <a:ext uri="{96DAC541-7B7A-43D3-8B79-37D633B846F1}">
                <asvg:svgBlip xmlns:asvg="http://schemas.microsoft.com/office/drawing/2016/SVG/main" r:embed="rId8"/>
              </a:ext>
            </a:extLst>
          </a:blip>
          <a:stretch/>
        </p:blipFill>
        <p:spPr>
          <a:xfrm>
            <a:off x="599760" y="5049720"/>
            <a:ext cx="360000" cy="360000"/>
          </a:xfrm>
          <a:prstGeom prst="rect">
            <a:avLst/>
          </a:prstGeom>
          <a:noFill/>
          <a:ln w="19080">
            <a:noFill/>
          </a:ln>
        </p:spPr>
      </p:pic>
      <p:sp>
        <p:nvSpPr>
          <p:cNvPr id="281" name="TextBox 8"/>
          <p:cNvSpPr txBox="1"/>
          <p:nvPr/>
        </p:nvSpPr>
        <p:spPr>
          <a:xfrm>
            <a:off x="1099440" y="659520"/>
            <a:ext cx="10554120" cy="523080"/>
          </a:xfrm>
          <a:prstGeom prst="rect">
            <a:avLst/>
          </a:prstGeom>
          <a:solidFill>
            <a:schemeClr val="accent1"/>
          </a:solidFill>
          <a:ln w="38160">
            <a:noFill/>
          </a:ln>
        </p:spPr>
        <p:txBody>
          <a:bodyPr anchor="t">
            <a:spAutoFit/>
          </a:bodyPr>
          <a:p>
            <a:pPr>
              <a:lnSpc>
                <a:spcPct val="100000"/>
              </a:lnSpc>
            </a:pPr>
            <a:r>
              <a:rPr lang="en-GB" sz="1400" b="0" u="none" strike="noStrike">
                <a:solidFill>
                  <a:srgbClr val="FAFAFA"/>
                </a:solidFill>
                <a:effectLst/>
                <a:uFillTx/>
                <a:latin typeface="UCL Sans"/>
              </a:rPr>
              <a:t>These template slides have been designed with accessibility in mind. When creating your presentation, make sure each slide remains accessible for your audience, whether they are viewing it on a screen, on printouts, or during a talk or lecture.</a:t>
            </a:r>
            <a:endParaRPr lang="en-GB"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FFFFFF"/>
              </a:solidFill>
              <a:effectLst/>
              <a:uFillTx/>
              <a:latin typeface="Arial"/>
            </a:endParaRPr>
          </a:p>
        </p:txBody>
      </p:sp>
      <p:sp>
        <p:nvSpPr>
          <p:cNvPr id="283" name="PlaceHolder 2"/>
          <p:cNvSpPr>
            <a:spLocks noGrp="1"/>
          </p:cNvSpPr>
          <p:nvPr>
            <p:ph/>
          </p:nvPr>
        </p:nvSpPr>
        <p:spPr>
          <a:xfrm>
            <a:off x="2303640" y="4473720"/>
            <a:ext cx="3165120" cy="361440"/>
          </a:xfrm>
          <a:prstGeom prst="rect">
            <a:avLst/>
          </a:prstGeom>
          <a:noFill/>
          <a:ln w="19080">
            <a:noFill/>
          </a:ln>
        </p:spPr>
        <p:txBody>
          <a:bodyPr lIns="0" tIns="0" rIns="0" bIns="0" anchor="t">
            <a:normAutofit fontScale="55000" lnSpcReduction="19999"/>
          </a:bodyPr>
          <a:p>
            <a:pPr indent="0" algn="l">
              <a:lnSpc>
                <a:spcPct val="100000"/>
              </a:lnSpc>
            </a:pPr>
            <a:r>
              <a:rPr lang="en-GB" sz="2400" b="0" u="none" strike="noStrike">
                <a:solidFill>
                  <a:srgbClr val="FAFAFA"/>
                </a:solidFill>
                <a:effectLst/>
                <a:uFillTx/>
                <a:latin typeface="UCL Sans"/>
              </a:rPr>
              <a:t>Names of Presenters, UCL Sans regular 24pt</a:t>
            </a:r>
            <a:endParaRPr lang="en-GB" sz="2400" b="0" u="none" strike="noStrike">
              <a:solidFill>
                <a:srgbClr val="FFFFFF"/>
              </a:solidFill>
              <a:effectLst/>
              <a:uFillTx/>
              <a:latin typeface="Arial"/>
            </a:endParaRPr>
          </a:p>
        </p:txBody>
      </p:sp>
      <p:sp>
        <p:nvSpPr>
          <p:cNvPr id="284" name="PlaceHolder 3"/>
          <p:cNvSpPr>
            <a:spLocks noGrp="1"/>
          </p:cNvSpPr>
          <p:nvPr>
            <p:ph/>
          </p:nvPr>
        </p:nvSpPr>
        <p:spPr>
          <a:xfrm>
            <a:off x="5627520" y="4473720"/>
            <a:ext cx="3165120" cy="361440"/>
          </a:xfrm>
          <a:prstGeom prst="rect">
            <a:avLst/>
          </a:prstGeom>
          <a:noFill/>
          <a:ln w="19080">
            <a:noFill/>
          </a:ln>
        </p:spPr>
        <p:txBody>
          <a:bodyPr lIns="0" tIns="0" rIns="0" bIns="0" anchor="t">
            <a:normAutofit/>
          </a:bodyPr>
          <a:p>
            <a:pPr indent="0" algn="l">
              <a:lnSpc>
                <a:spcPct val="100000"/>
              </a:lnSpc>
            </a:pPr>
            <a:r>
              <a:rPr lang="en-GB" sz="1800" b="0" u="none" strike="noStrike">
                <a:solidFill>
                  <a:srgbClr val="FAFAFA"/>
                </a:solidFill>
                <a:effectLst/>
                <a:uFillTx/>
                <a:latin typeface="UCL Sans"/>
              </a:rPr>
              <a:t>Date, UCL Sans Regular 18pt </a:t>
            </a:r>
            <a:endParaRPr lang="en-GB" sz="1800" b="0" u="none" strike="noStrike">
              <a:solidFill>
                <a:srgbClr val="FFFFFF"/>
              </a:solidFill>
              <a:effectLst/>
              <a:uFillTx/>
              <a:latin typeface="Arial"/>
            </a:endParaRPr>
          </a:p>
          <a:p>
            <a:pPr indent="0" algn="l">
              <a:lnSpc>
                <a:spcPct val="100000"/>
              </a:lnSpc>
              <a:buNone/>
            </a:pPr>
            <a:r>
              <a:rPr lang="en-US"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285"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 </a:t>
            </a:r>
            <a:endParaRPr lang="en-GB" sz="4200" b="0" u="none" strike="noStrike">
              <a:solidFill>
                <a:srgbClr val="FFFFFF"/>
              </a:solidFill>
              <a:effectLst/>
              <a:uFillTx/>
              <a:latin typeface="Arial"/>
            </a:endParaRPr>
          </a:p>
        </p:txBody>
      </p:sp>
      <p:sp>
        <p:nvSpPr>
          <p:cNvPr id="286" name="PlaceHolder 2"/>
          <p:cNvSpPr>
            <a:spLocks noGrp="1"/>
          </p:cNvSpPr>
          <p:nvPr>
            <p:ph/>
          </p:nvPr>
        </p:nvSpPr>
        <p:spPr>
          <a:xfrm>
            <a:off x="2303640" y="3627720"/>
            <a:ext cx="3165120" cy="361440"/>
          </a:xfrm>
          <a:prstGeom prst="rect">
            <a:avLst/>
          </a:prstGeom>
          <a:noFill/>
          <a:ln w="19080">
            <a:noFill/>
          </a:ln>
        </p:spPr>
        <p:txBody>
          <a:bodyPr lIns="0" tIns="0" rIns="0" bIns="0" anchor="t">
            <a:normAutofit fontScale="55000" lnSpcReduction="19999"/>
          </a:bodyPr>
          <a:p>
            <a:pPr indent="0" algn="l">
              <a:lnSpc>
                <a:spcPct val="100000"/>
              </a:lnSpc>
            </a:pPr>
            <a:r>
              <a:rPr lang="en-GB" sz="2400" b="0" u="none" strike="noStrike">
                <a:solidFill>
                  <a:srgbClr val="FAFAFA"/>
                </a:solidFill>
                <a:effectLst/>
                <a:uFillTx/>
                <a:latin typeface="UCL Sans"/>
              </a:rPr>
              <a:t>Names of Presenters, UCL Sans regular 24pt</a:t>
            </a:r>
            <a:endParaRPr lang="en-GB" sz="2400" b="0" u="none" strike="noStrike">
              <a:solidFill>
                <a:srgbClr val="FFFFFF"/>
              </a:solidFill>
              <a:effectLst/>
              <a:uFillTx/>
              <a:latin typeface="Arial"/>
            </a:endParaRPr>
          </a:p>
        </p:txBody>
      </p:sp>
      <p:sp>
        <p:nvSpPr>
          <p:cNvPr id="287" name="PlaceHolder 3"/>
          <p:cNvSpPr>
            <a:spLocks noGrp="1"/>
          </p:cNvSpPr>
          <p:nvPr>
            <p:ph/>
          </p:nvPr>
        </p:nvSpPr>
        <p:spPr>
          <a:xfrm>
            <a:off x="5627520" y="3627720"/>
            <a:ext cx="3165120" cy="172080"/>
          </a:xfrm>
          <a:prstGeom prst="rect">
            <a:avLst/>
          </a:prstGeom>
          <a:noFill/>
          <a:ln w="19080">
            <a:noFill/>
          </a:ln>
        </p:spPr>
        <p:txBody>
          <a:bodyPr lIns="0" tIns="0" rIns="0" bIns="0" anchor="t">
            <a:normAutofit fontScale="40000" lnSpcReduction="19999"/>
          </a:bodyPr>
          <a:p>
            <a:pPr indent="0" algn="l">
              <a:lnSpc>
                <a:spcPct val="100000"/>
              </a:lnSpc>
            </a:pPr>
            <a:r>
              <a:rPr lang="en-GB" sz="1800" b="0" u="none" strike="noStrike">
                <a:solidFill>
                  <a:srgbClr val="FAFAFA"/>
                </a:solidFill>
                <a:effectLst/>
                <a:uFillTx/>
                <a:latin typeface="UCL Sans"/>
              </a:rPr>
              <a:t>Date, UCL Sans Regular 18pt </a:t>
            </a:r>
            <a:endParaRPr lang="en-GB" sz="1800" b="0" u="none" strike="noStrike">
              <a:solidFill>
                <a:srgbClr val="FFFFFF"/>
              </a:solidFill>
              <a:effectLst/>
              <a:uFillTx/>
              <a:latin typeface="Arial"/>
            </a:endParaRPr>
          </a:p>
          <a:p>
            <a:pPr indent="0" algn="l">
              <a:lnSpc>
                <a:spcPct val="100000"/>
              </a:lnSpc>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a:p>
            <a:pPr indent="0" algn="l">
              <a:lnSpc>
                <a:spcPct val="100000"/>
              </a:lnSpc>
              <a:buNone/>
            </a:pPr>
            <a:r>
              <a:rPr lang="en-US"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p:txBody>
      </p:sp>
      <p:sp>
        <p:nvSpPr>
          <p:cNvPr id="288" name="PlaceHolder 4"/>
          <p:cNvSpPr>
            <a:spLocks noGrp="1"/>
          </p:cNvSpPr>
          <p:nvPr>
            <p:ph/>
          </p:nvPr>
        </p:nvSpPr>
        <p:spPr>
          <a:xfrm>
            <a:off x="5627520" y="3816720"/>
            <a:ext cx="3165120" cy="172080"/>
          </a:xfrm>
          <a:prstGeom prst="rect">
            <a:avLst/>
          </a:prstGeom>
          <a:noFill/>
          <a:ln w="19080">
            <a:noFill/>
          </a:ln>
        </p:spPr>
        <p:txBody>
          <a:bodyPr lIns="0" tIns="0" rIns="0" bIns="0" anchor="t">
            <a:normAutofit fontScale="40000" lnSpcReduction="19999"/>
          </a:bodyPr>
          <a:p>
            <a:pPr indent="0" algn="l">
              <a:lnSpc>
                <a:spcPct val="100000"/>
              </a:lnSpc>
            </a:pPr>
            <a:r>
              <a:rPr lang="en-GB" sz="1800" b="0" u="none" strike="noStrike">
                <a:solidFill>
                  <a:srgbClr val="FAFAFA"/>
                </a:solidFill>
                <a:effectLst/>
                <a:uFillTx/>
                <a:latin typeface="UCL Sans"/>
              </a:rPr>
              <a:t>Type in your faculty/department/unit name here </a:t>
            </a:r>
            <a:endParaRPr lang="en-GB" sz="1800" b="0" u="none" strike="noStrike">
              <a:solidFill>
                <a:srgbClr val="FFFFFF"/>
              </a:solidFill>
              <a:effectLst/>
              <a:uFillTx/>
              <a:latin typeface="Arial"/>
            </a:endParaRPr>
          </a:p>
          <a:p>
            <a:pPr indent="0" algn="l">
              <a:lnSpc>
                <a:spcPct val="100000"/>
              </a:lnSpc>
            </a:pPr>
            <a:r>
              <a:rPr lang="en-GB" sz="1800" b="0" u="none" strike="noStrike">
                <a:solidFill>
                  <a:srgbClr val="FAFAFA"/>
                </a:solidFill>
                <a:effectLst/>
                <a:uFillTx/>
                <a:latin typeface="UCL Sans"/>
              </a:rPr>
              <a:t>UCL Sans Regular 18pt</a:t>
            </a:r>
            <a:endParaRPr lang="en-GB" sz="1800" b="0" u="none" strike="noStrike">
              <a:solidFill>
                <a:srgbClr val="FFFFFF"/>
              </a:solidFill>
              <a:effectLst/>
              <a:uFillTx/>
              <a:latin typeface="Arial"/>
            </a:endParaRPr>
          </a:p>
          <a:p>
            <a:pPr indent="0" algn="l">
              <a:lnSpc>
                <a:spcPct val="100000"/>
              </a:lnSpc>
              <a:buNone/>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289" name="PlaceHolder 1"/>
          <p:cNvSpPr>
            <a:spLocks noGrp="1"/>
          </p:cNvSpPr>
          <p:nvPr>
            <p:ph type="title"/>
          </p:nvPr>
        </p:nvSpPr>
        <p:spPr>
          <a:xfrm>
            <a:off x="2303640" y="409680"/>
            <a:ext cx="7084440" cy="1974600"/>
          </a:xfrm>
          <a:prstGeom prst="rect">
            <a:avLst/>
          </a:prstGeom>
          <a:noFill/>
          <a:ln w="19080">
            <a:noFill/>
          </a:ln>
        </p:spPr>
        <p:txBody>
          <a:bodyPr lIns="91440" tIns="45720" rIns="91440" bIns="45720" anchor="t">
            <a:noAutofit/>
          </a:bodyPr>
          <a:p>
            <a:pPr indent="0" algn="l">
              <a:lnSpc>
                <a:spcPct val="100000"/>
              </a:lnSpc>
              <a:buNone/>
            </a:pPr>
            <a:r>
              <a:rPr lang="en-GB" sz="4200" b="0" u="none" strike="noStrike">
                <a:solidFill>
                  <a:srgbClr val="FAFAFA"/>
                </a:solidFill>
                <a:effectLst/>
                <a:uFillTx/>
                <a:latin typeface="UCL Sans SemiBold"/>
              </a:rPr>
              <a:t>Main Headline style slide UCL Sans SemiBold 42pt </a:t>
            </a:r>
            <a:br>
              <a:rPr sz="4200"/>
            </a:br>
            <a:r>
              <a:rPr lang="en-GB" sz="4200" b="0" u="none" strike="noStrike">
                <a:solidFill>
                  <a:srgbClr val="FAFAFA"/>
                </a:solidFill>
                <a:effectLst/>
                <a:uFillTx/>
                <a:latin typeface="UCL Sans SemiBold"/>
              </a:rPr>
              <a:t>2-3 lines max</a:t>
            </a:r>
            <a:endParaRPr lang="en-GB" sz="4200" b="0" u="none" strike="noStrike">
              <a:solidFill>
                <a:srgbClr val="FFFFFF"/>
              </a:solidFill>
              <a:effectLst/>
              <a:uFillTx/>
              <a:latin typeface="Arial"/>
            </a:endParaRPr>
          </a:p>
        </p:txBody>
      </p:sp>
      <p:pic>
        <p:nvPicPr>
          <p:cNvPr id="290" name="Picture Placeholder 13" descr="A person leaning on a ledge&#10;&#10;AI-generated content may be incorrect."/>
          <p:cNvPicPr/>
          <p:nvPr/>
        </p:nvPicPr>
        <p:blipFill>
          <a:blip r:embed="rId1"/>
          <a:srcRect l="0" t="22287" r="0" b="22287"/>
          <a:stretch/>
        </p:blipFill>
        <p:spPr>
          <a:xfrm>
            <a:off x="1353960" y="2853000"/>
            <a:ext cx="10837800" cy="4005000"/>
          </a:xfrm>
          <a:prstGeom prst="rect">
            <a:avLst/>
          </a:prstGeom>
          <a:noFill/>
          <a:ln w="38160">
            <a:noFill/>
          </a:ln>
        </p:spPr>
      </p:pic>
      <p:pic>
        <p:nvPicPr>
          <p:cNvPr id="291" name="Picture 4" descr="UCL logo, University College London"/>
          <p:cNvPicPr/>
          <p:nvPr/>
        </p:nvPicPr>
        <p:blipFill>
          <a:blip r:embed="rId2"/>
          <a:stretch/>
        </p:blipFill>
        <p:spPr>
          <a:xfrm>
            <a:off x="8937720" y="5653440"/>
            <a:ext cx="2843280" cy="798120"/>
          </a:xfrm>
          <a:prstGeom prst="rect">
            <a:avLst/>
          </a:prstGeom>
          <a:noFill/>
          <a:ln w="1908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pic>
        <p:nvPicPr>
          <p:cNvPr id="292" name="Picture Placeholder 16" descr="A couple of women standing on a balcony&#10;&#10;AI-generated content may be incorrect."/>
          <p:cNvPicPr/>
          <p:nvPr/>
        </p:nvPicPr>
        <p:blipFill>
          <a:blip r:embed="rId1"/>
          <a:srcRect l="0" t="7807" r="0" b="7807"/>
          <a:stretch/>
        </p:blipFill>
        <p:spPr>
          <a:xfrm>
            <a:off x="1401480" y="2512800"/>
            <a:ext cx="2748960" cy="1832400"/>
          </a:xfrm>
          <a:prstGeom prst="rect">
            <a:avLst/>
          </a:prstGeom>
          <a:noFill/>
          <a:ln w="38160">
            <a:noFill/>
          </a:ln>
        </p:spPr>
      </p:pic>
      <p:sp>
        <p:nvSpPr>
          <p:cNvPr id="293" name="PlaceHolder 1"/>
          <p:cNvSpPr>
            <a:spLocks noGrp="1"/>
          </p:cNvSpPr>
          <p:nvPr>
            <p:ph/>
          </p:nvPr>
        </p:nvSpPr>
        <p:spPr>
          <a:xfrm>
            <a:off x="4288320" y="0"/>
            <a:ext cx="2748960" cy="3270960"/>
          </a:xfrm>
          <a:prstGeom prst="rect">
            <a:avLst/>
          </a:prstGeom>
          <a:solidFill>
            <a:srgbClr val="3A1857"/>
          </a:solidFill>
          <a:ln w="19080">
            <a:noFill/>
          </a:ln>
        </p:spPr>
        <p:txBody>
          <a:bodyPr lIns="360000" tIns="360000" rIns="360000" bIns="360000" anchor="t">
            <a:normAutofit fontScale="70000" lnSpcReduction="19999"/>
          </a:bodyPr>
          <a:p>
            <a:pPr indent="0" algn="l">
              <a:lnSpc>
                <a:spcPct val="100000"/>
              </a:lnSpc>
            </a:pPr>
            <a:r>
              <a:rPr lang="en-GB" sz="4200" b="1" u="none" strike="noStrike">
                <a:solidFill>
                  <a:srgbClr val="B982FF"/>
                </a:solidFill>
                <a:effectLst/>
                <a:uFillTx/>
                <a:latin typeface="UCL Sans SemiBold"/>
              </a:rPr>
              <a:t>Main Headline style slide UCL Sans SemiBold 42pt 2-3 lines max</a:t>
            </a:r>
            <a:endParaRPr lang="en-GB" sz="4200" b="0" u="none" strike="noStrike">
              <a:solidFill>
                <a:srgbClr val="FFFFFF"/>
              </a:solidFill>
              <a:effectLst/>
              <a:uFillTx/>
              <a:latin typeface="Arial"/>
            </a:endParaRPr>
          </a:p>
        </p:txBody>
      </p:sp>
      <p:sp>
        <p:nvSpPr>
          <p:cNvPr id="294" name="Rectangle 8"/>
          <p:cNvSpPr/>
          <p:nvPr/>
        </p:nvSpPr>
        <p:spPr>
          <a:xfrm>
            <a:off x="7034760" y="4680"/>
            <a:ext cx="470520" cy="685332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
        <p:nvSpPr>
          <p:cNvPr id="295" name="PlaceHolder 2"/>
          <p:cNvSpPr>
            <a:spLocks noGrp="1"/>
          </p:cNvSpPr>
          <p:nvPr>
            <p:ph/>
          </p:nvPr>
        </p:nvSpPr>
        <p:spPr>
          <a:xfrm>
            <a:off x="4288320" y="3582000"/>
            <a:ext cx="2748960" cy="3270960"/>
          </a:xfrm>
          <a:prstGeom prst="rect">
            <a:avLst/>
          </a:prstGeom>
          <a:noFill/>
          <a:ln w="19080">
            <a:noFill/>
          </a:ln>
        </p:spPr>
        <p:txBody>
          <a:bodyPr lIns="0" tIns="0" rIns="0" bIns="0" anchor="t">
            <a:normAutofit/>
          </a:bodyPr>
          <a:p>
            <a:pPr indent="0" algn="l">
              <a:lnSpc>
                <a:spcPct val="100000"/>
              </a:lnSpc>
            </a:pPr>
            <a:r>
              <a:rPr lang="en-GB" sz="2400" b="0" u="none" strike="noStrike">
                <a:solidFill>
                  <a:srgbClr val="B982FF"/>
                </a:solidFill>
                <a:effectLst/>
                <a:uFillTx/>
                <a:latin typeface="UCL Sans"/>
              </a:rPr>
              <a:t>Names of Presenters,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B982FF"/>
                </a:solidFill>
                <a:effectLst/>
                <a:uFillTx/>
                <a:latin typeface="UCL Sans"/>
              </a:rPr>
              <a:t>UCL Sans regular 24pt </a:t>
            </a:r>
            <a:endParaRPr lang="en-GB" sz="2400" b="0" u="none" strike="noStrike">
              <a:solidFill>
                <a:srgbClr val="000000"/>
              </a:solidFill>
              <a:effectLst/>
              <a:uFillTx/>
              <a:latin typeface="Arial"/>
            </a:endParaRPr>
          </a:p>
        </p:txBody>
      </p:sp>
      <p:sp>
        <p:nvSpPr>
          <p:cNvPr id="296" name="PlaceHolder 3"/>
          <p:cNvSpPr>
            <a:spLocks noGrp="1"/>
          </p:cNvSpPr>
          <p:nvPr>
            <p:ph/>
          </p:nvPr>
        </p:nvSpPr>
        <p:spPr>
          <a:xfrm>
            <a:off x="1791720" y="4503240"/>
            <a:ext cx="4807800" cy="264960"/>
          </a:xfrm>
          <a:prstGeom prst="rect">
            <a:avLst/>
          </a:prstGeom>
          <a:noFill/>
          <a:ln w="19080">
            <a:noFill/>
          </a:ln>
        </p:spPr>
        <p:txBody>
          <a:bodyPr lIns="0" tIns="0" rIns="0" bIns="0" anchor="t">
            <a:normAutofit fontScale="55000" lnSpcReduction="19999"/>
          </a:bodyPr>
          <a:p>
            <a:pPr indent="0" algn="l">
              <a:lnSpc>
                <a:spcPct val="100000"/>
              </a:lnSpc>
            </a:pPr>
            <a:r>
              <a:rPr lang="en-GB" sz="1800" b="0" u="none" strike="noStrike">
                <a:solidFill>
                  <a:srgbClr val="FAFAFA"/>
                </a:solidFill>
                <a:effectLst/>
                <a:uFillTx/>
                <a:latin typeface="UCL Sans"/>
              </a:rPr>
              <a:t>Date, UCL Sans regular 18pt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FAFAFA"/>
                </a:solidFill>
                <a:effectLst/>
                <a:uFillTx/>
                <a:latin typeface="UCL Sans"/>
              </a:rPr>
              <a:t> </a:t>
            </a:r>
            <a:endParaRPr lang="en-GB" sz="1800" b="0" u="none" strike="noStrike">
              <a:solidFill>
                <a:srgbClr val="000000"/>
              </a:solidFill>
              <a:effectLst/>
              <a:uFillTx/>
              <a:latin typeface="Arial"/>
            </a:endParaRPr>
          </a:p>
          <a:p>
            <a:pPr indent="0" algn="l">
              <a:lnSpc>
                <a:spcPct val="100000"/>
              </a:lnSpc>
              <a:buNone/>
            </a:pPr>
            <a:r>
              <a:rPr lang="en-US" sz="1800" b="0" u="none" strike="noStrike">
                <a:solidFill>
                  <a:srgbClr val="FAFAFA"/>
                </a:solidFill>
                <a:effectLst/>
                <a:uFillTx/>
                <a:latin typeface="UCL Sans"/>
              </a:rPr>
              <a:t> </a:t>
            </a:r>
            <a:endParaRPr lang="en-GB" sz="1800" b="0" u="none" strike="noStrike">
              <a:solidFill>
                <a:srgbClr val="000000"/>
              </a:solidFill>
              <a:effectLst/>
              <a:uFillTx/>
              <a:latin typeface="Arial"/>
            </a:endParaRPr>
          </a:p>
        </p:txBody>
      </p:sp>
      <p:pic>
        <p:nvPicPr>
          <p:cNvPr id="297" name="Picture 3" descr="UCL logo, University College London"/>
          <p:cNvPicPr/>
          <p:nvPr/>
        </p:nvPicPr>
        <p:blipFill>
          <a:blip r:embed="rId2"/>
          <a:stretch/>
        </p:blipFill>
        <p:spPr>
          <a:xfrm>
            <a:off x="8937720" y="5653440"/>
            <a:ext cx="2843280" cy="798120"/>
          </a:xfrm>
          <a:prstGeom prst="rect">
            <a:avLst/>
          </a:prstGeom>
          <a:noFill/>
          <a:ln w="19080">
            <a:noFill/>
          </a:ln>
        </p:spPr>
      </p:pic>
      <p:sp>
        <p:nvSpPr>
          <p:cNvPr id="298" name="Rectangle 7"/>
          <p:cNvSpPr/>
          <p:nvPr/>
        </p:nvSpPr>
        <p:spPr>
          <a:xfrm>
            <a:off x="1440" y="0"/>
            <a:ext cx="409680" cy="6858000"/>
          </a:xfrm>
          <a:custGeom>
            <a:avLst/>
            <a:gdLst/>
            <a:ahLst/>
            <a:rect l="l" t="t" r="r" b="b"/>
            <a:pathLst>
              <a:path w="21600" h="21600">
                <a:moveTo>
                  <a:pt x="0" y="0"/>
                </a:moveTo>
                <a:lnTo>
                  <a:pt x="21600" y="0"/>
                </a:lnTo>
                <a:lnTo>
                  <a:pt x="21600" y="21600"/>
                </a:lnTo>
                <a:lnTo>
                  <a:pt x="0" y="21600"/>
                </a:lnTo>
                <a:close/>
              </a:path>
            </a:pathLst>
          </a:custGeom>
          <a:solidFill>
            <a:schemeClr val="accent1"/>
          </a:solidFill>
          <a:ln w="38160">
            <a:noFill/>
          </a:ln>
        </p:spPr>
        <p:style>
          <a:lnRef idx="0"/>
          <a:fillRef idx="0"/>
          <a:effectRef idx="0"/>
          <a:fontRef idx="minor"/>
        </p:style>
        <p:txBody>
          <a:bodyPr anchor="ctr" anchorCtr="1">
            <a:noAutofit/>
          </a:bodyPr>
          <a:p>
            <a:pPr/>
            <a:endParaRPr lang="en-GB"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299" name="PlaceHolder 1"/>
          <p:cNvSpPr>
            <a:spLocks noGrp="1"/>
          </p:cNvSpPr>
          <p:nvPr>
            <p:ph type="title"/>
          </p:nvPr>
        </p:nvSpPr>
        <p:spPr>
          <a:xfrm>
            <a:off x="5136120" y="409680"/>
            <a:ext cx="6604560" cy="100980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FAFAFA"/>
                </a:solidFill>
                <a:effectLst/>
                <a:uFillTx/>
                <a:latin typeface="UCL Sans SemiBold"/>
              </a:rPr>
              <a:t>Divider section Title </a:t>
            </a:r>
            <a:br>
              <a:rPr sz="3600"/>
            </a:br>
            <a:r>
              <a:rPr lang="en-GB" sz="3600" b="0" u="none" strike="noStrike">
                <a:solidFill>
                  <a:srgbClr val="FAFAFA"/>
                </a:solidFill>
                <a:effectLst/>
                <a:uFillTx/>
                <a:latin typeface="UCL Sans SemiBold"/>
              </a:rPr>
              <a:t>UCL Sans SemiBold 36pt</a:t>
            </a:r>
            <a:endParaRPr lang="en-GB" sz="3600" b="0" u="none" strike="noStrike">
              <a:solidFill>
                <a:srgbClr val="FFFFFF"/>
              </a:solidFill>
              <a:effectLst/>
              <a:uFillTx/>
              <a:latin typeface="Arial"/>
            </a:endParaRPr>
          </a:p>
        </p:txBody>
      </p:sp>
      <p:sp>
        <p:nvSpPr>
          <p:cNvPr id="300" name="PlaceHolder 2"/>
          <p:cNvSpPr>
            <a:spLocks noGrp="1"/>
          </p:cNvSpPr>
          <p:nvPr>
            <p:ph/>
          </p:nvPr>
        </p:nvSpPr>
        <p:spPr>
          <a:xfrm>
            <a:off x="5136120" y="1917000"/>
            <a:ext cx="6604560" cy="3528360"/>
          </a:xfrm>
          <a:prstGeom prst="rect">
            <a:avLst/>
          </a:prstGeom>
          <a:noFill/>
          <a:ln w="19080">
            <a:noFill/>
          </a:ln>
        </p:spPr>
        <p:txBody>
          <a:bodyPr lIns="91440" tIns="45720" rIns="91440" bIns="45720" anchor="t">
            <a:normAutofit/>
          </a:bodyPr>
          <a:p>
            <a:pPr marL="285840" indent="-285840" algn="l">
              <a:lnSpc>
                <a:spcPct val="100000"/>
              </a:lnSpc>
              <a:buClr>
                <a:srgbClr val="FFFFFF"/>
              </a:buClr>
              <a:buFont typeface="Wingdings"/>
              <a:buChar char="§"/>
            </a:pPr>
            <a:r>
              <a:rPr lang="en-GB" sz="1800" b="0" u="none" strike="noStrike">
                <a:solidFill>
                  <a:srgbClr val="FAFAFA"/>
                </a:solidFill>
                <a:effectLst/>
                <a:uFillTx/>
                <a:latin typeface="UCL Sans"/>
              </a:rPr>
              <a:t>Here, centuries of discoveries have been made by people thinking non-stop about the future. </a:t>
            </a:r>
            <a:endParaRPr lang="en-GB" sz="1800" b="0" u="none" strike="noStrike">
              <a:solidFill>
                <a:srgbClr val="FFFFFF"/>
              </a:solidFill>
              <a:effectLst/>
              <a:uFillTx/>
              <a:latin typeface="Arial"/>
            </a:endParaRPr>
          </a:p>
          <a:p>
            <a:pPr marL="285840" indent="-285840" algn="l">
              <a:lnSpc>
                <a:spcPct val="100000"/>
              </a:lnSpc>
              <a:buClr>
                <a:srgbClr val="FFFFFF"/>
              </a:buClr>
              <a:buFont typeface="Wingdings"/>
              <a:buChar char="§"/>
            </a:pPr>
            <a:r>
              <a:rPr lang="en-GB" sz="1800" b="0" u="none" strike="noStrike">
                <a:solidFill>
                  <a:srgbClr val="FAFAFA"/>
                </a:solidFill>
                <a:effectLst/>
                <a:uFillTx/>
                <a:latin typeface="UCL Sans"/>
              </a:rPr>
              <a:t>Where thousands of staff and students gather from hundreds of countries to create a unique city within </a:t>
            </a:r>
            <a:br>
              <a:rPr sz="1800"/>
            </a:br>
            <a:r>
              <a:rPr lang="en-GB" sz="1800" b="0" u="none" strike="noStrike">
                <a:solidFill>
                  <a:srgbClr val="FAFAFA"/>
                </a:solidFill>
                <a:effectLst/>
                <a:uFillTx/>
                <a:latin typeface="UCL Sans"/>
              </a:rPr>
              <a:t>a city. </a:t>
            </a:r>
            <a:endParaRPr lang="en-GB" sz="1800" b="0" u="none" strike="noStrike">
              <a:solidFill>
                <a:srgbClr val="FFFFFF"/>
              </a:solidFill>
              <a:effectLst/>
              <a:uFillTx/>
              <a:latin typeface="Arial"/>
            </a:endParaRPr>
          </a:p>
          <a:p>
            <a:pPr marL="285840" indent="-285840" algn="l">
              <a:lnSpc>
                <a:spcPct val="100000"/>
              </a:lnSpc>
              <a:buClr>
                <a:srgbClr val="FFFFFF"/>
              </a:buClr>
              <a:buFont typeface="Wingdings"/>
              <a:buChar char="§"/>
            </a:pPr>
            <a:r>
              <a:rPr lang="en-GB" sz="1800" b="0" u="none" strike="noStrike">
                <a:solidFill>
                  <a:srgbClr val="FAFAFA"/>
                </a:solidFill>
                <a:effectLst/>
                <a:uFillTx/>
                <a:latin typeface="UCL Sans"/>
              </a:rPr>
              <a:t>Here, eleven faculties study everything from the oldest language to the newest neuroscience. </a:t>
            </a:r>
            <a:endParaRPr lang="en-GB" sz="1800" b="0" u="none" strike="noStrike">
              <a:solidFill>
                <a:srgbClr val="FFFFFF"/>
              </a:solidFill>
              <a:effectLst/>
              <a:uFillTx/>
              <a:latin typeface="Arial"/>
            </a:endParaRPr>
          </a:p>
          <a:p>
            <a:pPr marL="285840" indent="-285840" algn="l">
              <a:lnSpc>
                <a:spcPct val="100000"/>
              </a:lnSpc>
              <a:buClr>
                <a:srgbClr val="FFFFFF"/>
              </a:buClr>
              <a:buFont typeface="Wingdings"/>
              <a:buChar char="§"/>
            </a:pPr>
            <a:r>
              <a:rPr lang="en-GB" sz="1800" b="0" u="none" strike="noStrike">
                <a:solidFill>
                  <a:srgbClr val="FAFAFA"/>
                </a:solidFill>
                <a:effectLst/>
                <a:uFillTx/>
                <a:latin typeface="UCL Sans"/>
              </a:rPr>
              <a:t>Where big plans and brave ideas have the scale and the support they need to succeed.</a:t>
            </a:r>
            <a:endParaRPr lang="en-GB" sz="1800" b="0" u="none" strike="noStrike">
              <a:solidFill>
                <a:srgbClr val="FFFFFF"/>
              </a:solidFill>
              <a:effectLst/>
              <a:uFillTx/>
              <a:latin typeface="Arial"/>
            </a:endParaRPr>
          </a:p>
          <a:p>
            <a:pPr marL="285840" indent="-285840" algn="l">
              <a:lnSpc>
                <a:spcPct val="100000"/>
              </a:lnSpc>
              <a:buClr>
                <a:srgbClr val="FFFFFF"/>
              </a:buClr>
              <a:buFont typeface="Wingdings"/>
              <a:buChar char="§"/>
            </a:pPr>
            <a:r>
              <a:rPr lang="en-GB" sz="1800" b="0" u="none" strike="noStrike">
                <a:solidFill>
                  <a:srgbClr val="FAFAFA"/>
                </a:solidFill>
                <a:effectLst/>
                <a:uFillTx/>
                <a:latin typeface="UCL Sans"/>
              </a:rPr>
              <a:t>Example copy UCL Sans regular 18pt. </a:t>
            </a:r>
            <a:endParaRPr lang="en-GB" sz="1800" b="0" u="none" strike="noStrike">
              <a:solidFill>
                <a:srgbClr val="FFFFFF"/>
              </a:solidFill>
              <a:effectLst/>
              <a:uFillTx/>
              <a:latin typeface="Arial"/>
            </a:endParaRPr>
          </a:p>
          <a:p>
            <a:pPr marL="285840" indent="-285840" algn="l">
              <a:lnSpc>
                <a:spcPct val="100000"/>
              </a:lnSpc>
              <a:buNone/>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a:p>
            <a:pPr indent="0" algn="l">
              <a:lnSpc>
                <a:spcPct val="100000"/>
              </a:lnSpc>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301" name="PlaceHolder 1"/>
          <p:cNvSpPr>
            <a:spLocks noGrp="1"/>
          </p:cNvSpPr>
          <p:nvPr>
            <p:ph type="title"/>
          </p:nvPr>
        </p:nvSpPr>
        <p:spPr>
          <a:xfrm>
            <a:off x="5735880" y="409680"/>
            <a:ext cx="3757680" cy="183024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FAFAFA"/>
                </a:solidFill>
                <a:effectLst/>
                <a:uFillTx/>
                <a:latin typeface="UCL Sans SemiBold"/>
              </a:rPr>
              <a:t>Divider section Title UCL Sans SemiBold 36pt</a:t>
            </a:r>
            <a:endParaRPr lang="en-GB" sz="3600" b="0" u="none" strike="noStrike">
              <a:solidFill>
                <a:srgbClr val="FFFFFF"/>
              </a:solidFill>
              <a:effectLst/>
              <a:uFillTx/>
              <a:latin typeface="Arial"/>
            </a:endParaRPr>
          </a:p>
        </p:txBody>
      </p:sp>
      <p:sp>
        <p:nvSpPr>
          <p:cNvPr id="302" name="PlaceHolder 2"/>
          <p:cNvSpPr>
            <a:spLocks noGrp="1"/>
          </p:cNvSpPr>
          <p:nvPr>
            <p:ph/>
          </p:nvPr>
        </p:nvSpPr>
        <p:spPr>
          <a:xfrm>
            <a:off x="5735880" y="2422440"/>
            <a:ext cx="1833480" cy="1006560"/>
          </a:xfrm>
          <a:prstGeom prst="rect">
            <a:avLst/>
          </a:prstGeom>
          <a:noFill/>
          <a:ln w="19080">
            <a:noFill/>
          </a:ln>
        </p:spPr>
        <p:txBody>
          <a:bodyPr lIns="0" tIns="0" rIns="0" bIns="0" anchor="t">
            <a:normAutofit lnSpcReduction="9999"/>
          </a:bodyPr>
          <a:p>
            <a:pPr indent="0" algn="l">
              <a:lnSpc>
                <a:spcPct val="100000"/>
              </a:lnSpc>
            </a:pPr>
            <a:r>
              <a:rPr lang="en-GB" sz="2400" b="0" u="none" strike="noStrike">
                <a:solidFill>
                  <a:srgbClr val="B982FF"/>
                </a:solidFill>
                <a:effectLst/>
                <a:uFillTx/>
                <a:latin typeface="UCL Sans"/>
              </a:rPr>
              <a:t>Subheading, UCL Sans Regular 24pt</a:t>
            </a:r>
            <a:endParaRPr lang="en-GB" sz="2400" b="0" u="none" strike="noStrike">
              <a:solidFill>
                <a:srgbClr val="FFFFFF"/>
              </a:solidFill>
              <a:effectLst/>
              <a:uFillTx/>
              <a:latin typeface="Arial"/>
            </a:endParaRPr>
          </a:p>
        </p:txBody>
      </p:sp>
      <p:sp>
        <p:nvSpPr>
          <p:cNvPr id="303" name="PlaceHolder 3"/>
          <p:cNvSpPr>
            <a:spLocks noGrp="1"/>
          </p:cNvSpPr>
          <p:nvPr>
            <p:ph/>
          </p:nvPr>
        </p:nvSpPr>
        <p:spPr>
          <a:xfrm>
            <a:off x="7661520" y="2422440"/>
            <a:ext cx="1833480" cy="479880"/>
          </a:xfrm>
          <a:prstGeom prst="rect">
            <a:avLst/>
          </a:prstGeom>
          <a:noFill/>
          <a:ln w="19080">
            <a:noFill/>
          </a:ln>
        </p:spPr>
        <p:txBody>
          <a:bodyPr lIns="0" tIns="0" rIns="0" bIns="0" anchor="t">
            <a:normAutofit fontScale="40000" lnSpcReduction="19999"/>
          </a:bodyPr>
          <a:p>
            <a:pPr indent="0" algn="l">
              <a:lnSpc>
                <a:spcPct val="100000"/>
              </a:lnSpc>
            </a:pPr>
            <a:r>
              <a:rPr lang="en-GB" sz="1800" b="0" u="none" strike="noStrike">
                <a:solidFill>
                  <a:srgbClr val="FAFAFA"/>
                </a:solidFill>
                <a:effectLst/>
                <a:uFillTx/>
                <a:latin typeface="UCL Sans"/>
              </a:rPr>
              <a:t>Here, centuries of discoveries have been made by people thinking non-stop about the future. Example copy UCL Sans regular 18pt </a:t>
            </a:r>
            <a:endParaRPr lang="en-GB" sz="1800" b="0" u="none" strike="noStrike">
              <a:solidFill>
                <a:srgbClr val="FFFFFF"/>
              </a:solidFill>
              <a:effectLst/>
              <a:uFillTx/>
              <a:latin typeface="Arial"/>
            </a:endParaRPr>
          </a:p>
          <a:p>
            <a:pPr indent="0" algn="l">
              <a:lnSpc>
                <a:spcPct val="100000"/>
              </a:lnSpc>
              <a:buNone/>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a:p>
            <a:pPr indent="0" algn="l">
              <a:lnSpc>
                <a:spcPct val="100000"/>
              </a:lnSpc>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p:txBody>
      </p:sp>
      <p:pic>
        <p:nvPicPr>
          <p:cNvPr id="304" name="Picture Placeholder 6" descr="A group of women talking&#10;&#10;AI-generated content may be incorrect."/>
          <p:cNvPicPr/>
          <p:nvPr/>
        </p:nvPicPr>
        <p:blipFill>
          <a:blip r:embed="rId1"/>
          <a:srcRect l="26969" t="0" r="26969" b="0"/>
          <a:stretch/>
        </p:blipFill>
        <p:spPr>
          <a:xfrm>
            <a:off x="8218080" y="2948040"/>
            <a:ext cx="719640" cy="479880"/>
          </a:xfrm>
          <a:prstGeom prst="rect">
            <a:avLst/>
          </a:prstGeom>
          <a:noFill/>
          <a:ln w="3816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305" name="PlaceHolder 1"/>
          <p:cNvSpPr>
            <a:spLocks noGrp="1"/>
          </p:cNvSpPr>
          <p:nvPr>
            <p:ph type="title"/>
          </p:nvPr>
        </p:nvSpPr>
        <p:spPr>
          <a:xfrm>
            <a:off x="409680" y="409680"/>
            <a:ext cx="3757680" cy="183024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FAFAFA"/>
                </a:solidFill>
                <a:effectLst/>
                <a:uFillTx/>
                <a:latin typeface="UCL Sans SemiBold"/>
              </a:rPr>
              <a:t>Divider section Title UCL Sans SemiBold 36pt</a:t>
            </a:r>
            <a:endParaRPr lang="en-GB" sz="3600" b="0" u="none" strike="noStrike">
              <a:solidFill>
                <a:srgbClr val="FFFFFF"/>
              </a:solidFill>
              <a:effectLst/>
              <a:uFillTx/>
              <a:latin typeface="Arial"/>
            </a:endParaRPr>
          </a:p>
        </p:txBody>
      </p:sp>
      <p:sp>
        <p:nvSpPr>
          <p:cNvPr id="306" name="PlaceHolder 2"/>
          <p:cNvSpPr>
            <a:spLocks noGrp="1"/>
          </p:cNvSpPr>
          <p:nvPr>
            <p:ph/>
          </p:nvPr>
        </p:nvSpPr>
        <p:spPr>
          <a:xfrm>
            <a:off x="409680" y="2422440"/>
            <a:ext cx="1833480" cy="1006560"/>
          </a:xfrm>
          <a:prstGeom prst="rect">
            <a:avLst/>
          </a:prstGeom>
          <a:noFill/>
          <a:ln w="19080">
            <a:noFill/>
          </a:ln>
        </p:spPr>
        <p:txBody>
          <a:bodyPr lIns="0" tIns="0" rIns="0" bIns="0" anchor="t">
            <a:normAutofit lnSpcReduction="9999"/>
          </a:bodyPr>
          <a:p>
            <a:pPr indent="0" algn="l">
              <a:lnSpc>
                <a:spcPct val="100000"/>
              </a:lnSpc>
            </a:pPr>
            <a:r>
              <a:rPr lang="en-GB" sz="2400" b="0" u="none" strike="noStrike">
                <a:solidFill>
                  <a:srgbClr val="B982FF"/>
                </a:solidFill>
                <a:effectLst/>
                <a:uFillTx/>
                <a:latin typeface="UCL Sans"/>
              </a:rPr>
              <a:t>Subheading, UCL Sans Regular 24pt</a:t>
            </a:r>
            <a:endParaRPr lang="en-GB" sz="2400" b="0" u="none" strike="noStrike">
              <a:solidFill>
                <a:srgbClr val="FFFFFF"/>
              </a:solidFill>
              <a:effectLst/>
              <a:uFillTx/>
              <a:latin typeface="Arial"/>
            </a:endParaRPr>
          </a:p>
        </p:txBody>
      </p:sp>
      <p:sp>
        <p:nvSpPr>
          <p:cNvPr id="307" name="PlaceHolder 3"/>
          <p:cNvSpPr>
            <a:spLocks noGrp="1"/>
          </p:cNvSpPr>
          <p:nvPr>
            <p:ph/>
          </p:nvPr>
        </p:nvSpPr>
        <p:spPr>
          <a:xfrm>
            <a:off x="2335320" y="2422440"/>
            <a:ext cx="1833480" cy="479880"/>
          </a:xfrm>
          <a:prstGeom prst="rect">
            <a:avLst/>
          </a:prstGeom>
          <a:noFill/>
          <a:ln w="19080">
            <a:noFill/>
          </a:ln>
        </p:spPr>
        <p:txBody>
          <a:bodyPr lIns="0" tIns="0" rIns="0" bIns="0" anchor="t">
            <a:normAutofit fontScale="47500" lnSpcReduction="19999"/>
          </a:bodyPr>
          <a:p>
            <a:pPr indent="0" algn="l">
              <a:lnSpc>
                <a:spcPct val="100000"/>
              </a:lnSpc>
            </a:pPr>
            <a:r>
              <a:rPr lang="en-GB" sz="1800" b="0" u="none" strike="noStrike">
                <a:solidFill>
                  <a:srgbClr val="FAFAFA"/>
                </a:solidFill>
                <a:effectLst/>
                <a:uFillTx/>
                <a:latin typeface="UCL Sans"/>
              </a:rPr>
              <a:t>Here, centuries of discoveries have been made by people thinking non-stop about the future. Example copy UCL Sans regular 18pt </a:t>
            </a:r>
            <a:endParaRPr lang="en-GB" sz="1800" b="0" u="none" strike="noStrike">
              <a:solidFill>
                <a:srgbClr val="FFFFFF"/>
              </a:solidFill>
              <a:effectLst/>
              <a:uFillTx/>
              <a:latin typeface="Arial"/>
            </a:endParaRPr>
          </a:p>
          <a:p>
            <a:pPr indent="0" algn="l">
              <a:lnSpc>
                <a:spcPct val="100000"/>
              </a:lnSpc>
              <a:buNone/>
            </a:pPr>
            <a:r>
              <a:rPr lang="en-GB" sz="1800" b="0" u="none" strike="noStrike">
                <a:solidFill>
                  <a:srgbClr val="FAFAFA"/>
                </a:solidFill>
                <a:effectLst/>
                <a:uFillTx/>
                <a:latin typeface="UCL Sans"/>
              </a:rPr>
              <a:t> </a:t>
            </a:r>
            <a:endParaRPr lang="en-GB" sz="1800" b="0" u="none" strike="noStrike">
              <a:solidFill>
                <a:srgbClr val="FFFFFF"/>
              </a:solidFill>
              <a:effectLst/>
              <a:uFillTx/>
              <a:latin typeface="Arial"/>
            </a:endParaRPr>
          </a:p>
        </p:txBody>
      </p:sp>
      <p:pic>
        <p:nvPicPr>
          <p:cNvPr id="308" name="Picture Placeholder 8" descr="A person and person on escalator&#10;&#10;AI-generated content may be incorrect."/>
          <p:cNvPicPr/>
          <p:nvPr/>
        </p:nvPicPr>
        <p:blipFill>
          <a:blip r:embed="rId1"/>
          <a:srcRect l="26969" t="0" r="26969" b="0"/>
          <a:stretch/>
        </p:blipFill>
        <p:spPr>
          <a:xfrm>
            <a:off x="2891880" y="2948040"/>
            <a:ext cx="719640" cy="479880"/>
          </a:xfrm>
          <a:prstGeom prst="rect">
            <a:avLst/>
          </a:prstGeom>
          <a:noFill/>
          <a:ln w="3816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09" name="PlaceHolder 1"/>
          <p:cNvSpPr>
            <a:spLocks noGrp="1"/>
          </p:cNvSpPr>
          <p:nvPr>
            <p:ph type="title"/>
          </p:nvPr>
        </p:nvSpPr>
        <p:spPr>
          <a:xfrm>
            <a:off x="431640" y="409680"/>
            <a:ext cx="7550640" cy="100980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UCL </a:t>
            </a:r>
            <a:br>
              <a:rPr sz="3600"/>
            </a:br>
            <a:r>
              <a:rPr lang="en-GB" sz="3600" b="0" u="none" strike="noStrike">
                <a:solidFill>
                  <a:srgbClr val="3A1857"/>
                </a:solidFill>
                <a:effectLst/>
                <a:uFillTx/>
                <a:latin typeface="UCL Sans SemiBold"/>
              </a:rPr>
              <a:t>Sans SemiBold 36pt</a:t>
            </a:r>
            <a:endParaRPr lang="en-GB" sz="3600" b="0" u="none" strike="noStrike">
              <a:solidFill>
                <a:srgbClr val="000000"/>
              </a:solidFill>
              <a:effectLst/>
              <a:uFillTx/>
              <a:latin typeface="Arial"/>
            </a:endParaRPr>
          </a:p>
        </p:txBody>
      </p:sp>
      <p:sp>
        <p:nvSpPr>
          <p:cNvPr id="310" name="PlaceHolder 2"/>
          <p:cNvSpPr>
            <a:spLocks noGrp="1"/>
          </p:cNvSpPr>
          <p:nvPr>
            <p:ph/>
          </p:nvPr>
        </p:nvSpPr>
        <p:spPr>
          <a:xfrm>
            <a:off x="440640" y="1917000"/>
            <a:ext cx="7550640" cy="3528360"/>
          </a:xfrm>
          <a:prstGeom prst="rect">
            <a:avLst/>
          </a:prstGeom>
          <a:noFill/>
          <a:ln w="19080">
            <a:noFill/>
          </a:ln>
        </p:spPr>
        <p:txBody>
          <a:bodyPr lIns="91440" tIns="45720" rIns="91440" bIns="45720" anchor="t">
            <a:normAutofit/>
          </a:bodyPr>
          <a:p>
            <a:pPr marL="228600" indent="0" algn="l">
              <a:lnSpc>
                <a:spcPct val="100000"/>
              </a:lnSpc>
              <a:spcBef>
                <a:spcPts val="1001"/>
              </a:spcBef>
            </a:pPr>
            <a:r>
              <a:rPr lang="en-GB" sz="1800" b="0" u="none" strike="noStrike">
                <a:solidFill>
                  <a:srgbClr val="000000"/>
                </a:solidFill>
                <a:effectLst/>
                <a:uFillTx/>
                <a:latin typeface="UCL Sans"/>
              </a:rPr>
              <a:t>Here, centuries of discoveries have been made by people thinking non-stop about the future. Where thousands of staff and students gather from hundreds of countries to create a unique city within a city.</a:t>
            </a:r>
            <a:endParaRPr lang="en-GB" sz="1800" b="0" u="none" strike="noStrike">
              <a:solidFill>
                <a:srgbClr val="000000"/>
              </a:solidFill>
              <a:effectLst/>
              <a:uFillTx/>
              <a:latin typeface="Arial"/>
            </a:endParaRPr>
          </a:p>
          <a:p>
            <a:pPr marL="228600" indent="0" algn="l">
              <a:lnSpc>
                <a:spcPct val="100000"/>
              </a:lnSpc>
              <a:spcBef>
                <a:spcPts val="1001"/>
              </a:spcBef>
            </a:pPr>
            <a:r>
              <a:rPr lang="en-GB" sz="1800" b="0" u="none" strike="noStrike">
                <a:solidFill>
                  <a:srgbClr val="000000"/>
                </a:solidFill>
                <a:effectLst/>
                <a:uFillTx/>
                <a:latin typeface="UCL Sans"/>
              </a:rPr>
              <a:t>Example copy, UCL Sans Regular 18pt</a:t>
            </a:r>
            <a:endParaRPr lang="en-GB" sz="1800" b="0" u="none" strike="noStrike">
              <a:solidFill>
                <a:srgbClr val="000000"/>
              </a:solidFill>
              <a:effectLst/>
              <a:uFillTx/>
              <a:latin typeface="Arial"/>
            </a:endParaRPr>
          </a:p>
          <a:p>
            <a:pPr marL="228600" indent="0" algn="l">
              <a:lnSpc>
                <a:spcPct val="100000"/>
              </a:lnSpc>
              <a:spcBef>
                <a:spcPts val="1001"/>
              </a:spcBef>
              <a:buNone/>
            </a:pPr>
            <a:r>
              <a:rPr lang="en-US"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pic>
        <p:nvPicPr>
          <p:cNvPr id="311" name="Picture Placeholder 5" descr="A group of people on a staircase&#10;&#10;AI-generated content may be incorrect."/>
          <p:cNvPicPr/>
          <p:nvPr/>
        </p:nvPicPr>
        <p:blipFill>
          <a:blip r:embed="rId1"/>
          <a:srcRect l="0" t="7708" r="0" b="7708"/>
          <a:stretch/>
        </p:blipFill>
        <p:spPr>
          <a:xfrm>
            <a:off x="0" y="0"/>
            <a:ext cx="12192120" cy="6858000"/>
          </a:xfrm>
          <a:prstGeom prst="rect">
            <a:avLst/>
          </a:prstGeom>
          <a:noFill/>
          <a:ln w="38160">
            <a:noFill/>
          </a:ln>
        </p:spPr>
      </p:pic>
      <p:pic>
        <p:nvPicPr>
          <p:cNvPr id="312" name="Picture 6"/>
          <p:cNvPicPr/>
          <p:nvPr/>
        </p:nvPicPr>
        <p:blipFill>
          <a:blip r:embed="rId2"/>
          <a:stretch/>
        </p:blipFill>
        <p:spPr>
          <a:xfrm>
            <a:off x="10364400" y="6060600"/>
            <a:ext cx="1421640" cy="398880"/>
          </a:xfrm>
          <a:prstGeom prst="rect">
            <a:avLst/>
          </a:prstGeom>
          <a:noFill/>
          <a:ln w="1908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A1857"/>
        </a:solidFill>
      </p:bgPr>
    </p:bg>
    <p:spTree>
      <p:nvGrpSpPr>
        <p:cNvPr id="1" name=""/>
        <p:cNvGrpSpPr/>
        <p:nvPr/>
      </p:nvGrpSpPr>
      <p:grpSpPr>
        <a:xfrm>
          <a:off x="0" y="0"/>
          <a:ext cx="0" cy="0"/>
          <a:chOff x="0" y="0"/>
          <a:chExt cx="0" cy="0"/>
        </a:xfrm>
      </p:grpSpPr>
      <p:sp>
        <p:nvSpPr>
          <p:cNvPr id="313" name="PlaceHolder 1"/>
          <p:cNvSpPr>
            <a:spLocks noGrp="1"/>
          </p:cNvSpPr>
          <p:nvPr>
            <p:ph type="title"/>
          </p:nvPr>
        </p:nvSpPr>
        <p:spPr>
          <a:xfrm>
            <a:off x="1353960" y="409680"/>
            <a:ext cx="3757680" cy="183024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FAFAFA"/>
                </a:solidFill>
                <a:effectLst/>
                <a:uFillTx/>
                <a:latin typeface="UCL Sans SemiBold"/>
              </a:rPr>
              <a:t>Headline </a:t>
            </a:r>
            <a:br>
              <a:rPr sz="3600"/>
            </a:br>
            <a:r>
              <a:rPr lang="en-GB" sz="3600" b="0" u="none" strike="noStrike">
                <a:solidFill>
                  <a:srgbClr val="FAFAFA"/>
                </a:solidFill>
                <a:effectLst/>
                <a:uFillTx/>
                <a:latin typeface="UCL Sans SemiBold"/>
              </a:rPr>
              <a:t>UCL Sans SemiBold 36pt</a:t>
            </a:r>
            <a:endParaRPr lang="en-GB" sz="3600" b="0" u="none" strike="noStrike">
              <a:solidFill>
                <a:srgbClr val="FFFFFF"/>
              </a:solidFill>
              <a:effectLst/>
              <a:uFillTx/>
              <a:latin typeface="Arial"/>
            </a:endParaRPr>
          </a:p>
        </p:txBody>
      </p:sp>
      <p:sp>
        <p:nvSpPr>
          <p:cNvPr id="314" name="PlaceHolder 2"/>
          <p:cNvSpPr>
            <a:spLocks noGrp="1"/>
          </p:cNvSpPr>
          <p:nvPr>
            <p:ph/>
          </p:nvPr>
        </p:nvSpPr>
        <p:spPr>
          <a:xfrm>
            <a:off x="1382760" y="2422440"/>
            <a:ext cx="3729240" cy="1006560"/>
          </a:xfrm>
          <a:prstGeom prst="rect">
            <a:avLst/>
          </a:prstGeom>
          <a:noFill/>
          <a:ln w="19080">
            <a:noFill/>
          </a:ln>
        </p:spPr>
        <p:txBody>
          <a:bodyPr lIns="0" tIns="0" rIns="0" bIns="0" anchor="t">
            <a:normAutofit/>
          </a:bodyPr>
          <a:p>
            <a:pPr indent="0" algn="l">
              <a:lnSpc>
                <a:spcPct val="100000"/>
              </a:lnSpc>
            </a:pPr>
            <a:r>
              <a:rPr lang="en-GB" sz="2400" b="0" u="none" strike="noStrike">
                <a:solidFill>
                  <a:srgbClr val="B982FF"/>
                </a:solidFill>
                <a:effectLst/>
                <a:uFillTx/>
                <a:latin typeface="UCL Sans"/>
              </a:rPr>
              <a:t>Subtitle, UCL Sans Regular 24pt</a:t>
            </a:r>
            <a:endParaRPr lang="en-GB" sz="2400" b="0" u="none" strike="noStrike">
              <a:solidFill>
                <a:srgbClr val="FFFFFF"/>
              </a:solidFill>
              <a:effectLst/>
              <a:uFillTx/>
              <a:latin typeface="Arial"/>
            </a:endParaRPr>
          </a:p>
          <a:p>
            <a:pPr indent="0" algn="l">
              <a:lnSpc>
                <a:spcPct val="100000"/>
              </a:lnSpc>
              <a:buNone/>
            </a:pPr>
            <a:r>
              <a:rPr lang="en-US" sz="2400" b="0" u="none" strike="noStrike">
                <a:solidFill>
                  <a:srgbClr val="B982FF"/>
                </a:solidFill>
                <a:effectLst/>
                <a:uFillTx/>
                <a:latin typeface="UCL Sans"/>
              </a:rPr>
              <a:t> </a:t>
            </a:r>
            <a:endParaRPr lang="en-GB" sz="2400" b="0" u="none" strike="noStrike">
              <a:solidFill>
                <a:srgbClr val="FFFFFF"/>
              </a:solidFill>
              <a:effectLst/>
              <a:uFillTx/>
              <a:latin typeface="Arial"/>
            </a:endParaRPr>
          </a:p>
        </p:txBody>
      </p:sp>
      <p:graphicFrame>
        <p:nvGraphicFramePr>
          <p:cNvPr id="315" name="Table Placeholder 9"/>
          <p:cNvGraphicFramePr/>
          <p:nvPr/>
        </p:nvGraphicFramePr>
        <p:xfrm>
          <a:off x="1382760" y="2422440"/>
          <a:ext cx="3729240" cy="3017520"/>
        </p:xfrm>
        <a:graphic>
          <a:graphicData uri="http://schemas.openxmlformats.org/drawingml/2006/table">
            <a:tbl>
              <a:tblPr/>
              <a:tblGrid>
                <a:gridCol w="1864440"/>
                <a:gridCol w="1864800"/>
              </a:tblGrid>
              <a:tr h="294840">
                <a:tc>
                  <a:txBody>
                    <a:bodyPr anchor="t">
                      <a:noAutofit/>
                    </a:bodyPr>
                    <a:p>
                      <a:pPr marL="216000" indent="-216000" algn="l">
                        <a:buClr>
                          <a:srgbClr val="FFFFFF"/>
                        </a:buClr>
                        <a:buSzPct val="45000"/>
                        <a:buFont typeface="Wingdings" charset="2"/>
                        <a:buChar char=""/>
                      </a:pPr>
                      <a:r>
                        <a:rPr lang="en-US" sz="1200" b="1" u="none" strike="noStrike">
                          <a:solidFill>
                            <a:srgbClr val="B982FF"/>
                          </a:solidFill>
                          <a:effectLst/>
                          <a:uFillTx/>
                          <a:latin typeface="UCL Sans SemiBold"/>
                        </a:rPr>
                        <a:t>Position</a:t>
                      </a:r>
                      <a:endParaRPr lang="en-GB" sz="1200" b="0" u="none" strike="noStrike">
                        <a:solidFill>
                          <a:srgbClr val="000000"/>
                        </a:solidFill>
                        <a:effectLst/>
                        <a:uFillTx/>
                        <a:latin typeface="+mn-lt"/>
                      </a:endParaRPr>
                    </a:p>
                  </a:txBody>
                  <a:tcPr anchor="t" marL="91440" marR="91440" marT="45720" marB="45720">
                    <a:lnL w="25200">
                      <a:solidFill>
                        <a:srgbClr val="000000"/>
                      </a:solidFill>
                      <a:prstDash val="solid"/>
                    </a:lnL>
                    <a:lnR w="25200">
                      <a:solidFill>
                        <a:srgbClr val="B982FF"/>
                      </a:solidFill>
                      <a:prstDash val="solid"/>
                    </a:lnR>
                    <a:lnT w="25200">
                      <a:solidFill>
                        <a:srgbClr val="000000"/>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1" u="none" strike="noStrike">
                          <a:solidFill>
                            <a:srgbClr val="B982FF"/>
                          </a:solidFill>
                          <a:effectLst/>
                          <a:uFillTx/>
                          <a:latin typeface="UCL Sans SemiBold"/>
                        </a:rPr>
                        <a:t>University</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a:noFill/>
                    </a:lnT>
                    <a:lnB w="25200">
                      <a:solidFill>
                        <a:srgbClr val="B982FF"/>
                      </a:solidFill>
                      <a:prstDash val="solid"/>
                    </a:lnB>
                    <a:noFill/>
                  </a:tcPr>
                </a:tc>
              </a:tr>
              <a:tr h="27576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1</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MIT</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2</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Imperial</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3</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Oxford</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4</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Harvard</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5</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Cambridge</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6</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Stanford</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7</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ETH Zurich</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8</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NUS Singapore</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noFill/>
                  </a:tcPr>
                </a:tc>
              </a:tr>
              <a:tr h="271800">
                <a:tc>
                  <a:txBody>
                    <a:bodyPr anchor="t">
                      <a:noAutofit/>
                    </a:bodyPr>
                    <a:p>
                      <a:pPr marL="216000" indent="-216000" algn="l">
                        <a:buClr>
                          <a:srgbClr val="FFFFFF"/>
                        </a:buClr>
                        <a:buSzPct val="45000"/>
                        <a:buFont typeface="Wingdings" charset="2"/>
                        <a:buChar char=""/>
                      </a:pPr>
                      <a:r>
                        <a:rPr lang="en-US" sz="1200" b="0" u="none" strike="noStrike">
                          <a:solidFill>
                            <a:srgbClr val="FAFAFA"/>
                          </a:solidFill>
                          <a:effectLst/>
                          <a:uFillTx/>
                          <a:latin typeface="UCL Sans Light"/>
                        </a:rPr>
                        <a:t>9</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w="25200">
                      <a:solidFill>
                        <a:srgbClr val="B982FF"/>
                      </a:solidFill>
                      <a:prstDash val="solid"/>
                    </a:lnB>
                    <a:solidFill>
                      <a:schemeClr val="accent1"/>
                    </a:solidFill>
                  </a:tcPr>
                </a:tc>
                <a:tc>
                  <a:txBody>
                    <a:bodyPr anchor="t">
                      <a:noAutofit/>
                    </a:bodyPr>
                    <a:p>
                      <a:pPr marL="216000" indent="-216000" algn="l">
                        <a:buClr>
                          <a:srgbClr val="FFFFFF"/>
                        </a:buClr>
                        <a:buSzPct val="45000"/>
                        <a:buFont typeface="Wingdings" charset="2"/>
                        <a:buChar char=""/>
                      </a:pPr>
                      <a:r>
                        <a:rPr lang="en-US" sz="1200" b="0" u="none" strike="noStrike">
                          <a:solidFill>
                            <a:srgbClr val="FAFAFA"/>
                          </a:solidFill>
                          <a:effectLst/>
                          <a:uFillTx/>
                          <a:latin typeface="UCL Sans Light"/>
                        </a:rPr>
                        <a:t>UCL</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w="25200">
                      <a:solidFill>
                        <a:srgbClr val="B982FF"/>
                      </a:solidFill>
                      <a:prstDash val="solid"/>
                    </a:lnB>
                    <a:solidFill>
                      <a:schemeClr val="accent1"/>
                    </a:solidFill>
                  </a:tcPr>
                </a:tc>
              </a:tr>
              <a:tr h="272520">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10</a:t>
                      </a:r>
                      <a:endParaRPr lang="en-GB" sz="1200" b="0" u="none" strike="noStrike">
                        <a:solidFill>
                          <a:srgbClr val="000000"/>
                        </a:solidFill>
                        <a:effectLst/>
                        <a:uFillTx/>
                        <a:latin typeface="+mn-lt"/>
                      </a:endParaRPr>
                    </a:p>
                  </a:txBody>
                  <a:tcPr anchor="t" marL="91440" marR="91440" marT="45720" marB="45720">
                    <a:lnL>
                      <a:noFill/>
                    </a:lnL>
                    <a:lnR w="25200">
                      <a:solidFill>
                        <a:srgbClr val="B982FF"/>
                      </a:solidFill>
                      <a:prstDash val="solid"/>
                    </a:lnR>
                    <a:lnT w="25200">
                      <a:solidFill>
                        <a:srgbClr val="B982FF"/>
                      </a:solidFill>
                      <a:prstDash val="solid"/>
                    </a:lnT>
                    <a:lnB>
                      <a:noFill/>
                    </a:lnB>
                    <a:noFill/>
                  </a:tcPr>
                </a:tc>
                <a:tc>
                  <a:txBody>
                    <a:bodyPr anchor="t">
                      <a:noAutofit/>
                    </a:bodyPr>
                    <a:p>
                      <a:pPr marL="216000" indent="-216000" algn="l">
                        <a:buClr>
                          <a:srgbClr val="FFFFFF"/>
                        </a:buClr>
                        <a:buSzPct val="45000"/>
                        <a:buFont typeface="Wingdings" charset="2"/>
                        <a:buChar char=""/>
                      </a:pPr>
                      <a:r>
                        <a:rPr lang="en-US" sz="1200" b="0" u="none" strike="noStrike">
                          <a:solidFill>
                            <a:srgbClr val="B982FF"/>
                          </a:solidFill>
                          <a:effectLst/>
                          <a:uFillTx/>
                          <a:latin typeface="UCL Sans Light"/>
                        </a:rPr>
                        <a:t>Caltech</a:t>
                      </a:r>
                      <a:endParaRPr lang="en-GB" sz="1200" b="0" u="none" strike="noStrike">
                        <a:solidFill>
                          <a:srgbClr val="000000"/>
                        </a:solidFill>
                        <a:effectLst/>
                        <a:uFillTx/>
                        <a:latin typeface="+mn-lt"/>
                      </a:endParaRPr>
                    </a:p>
                  </a:txBody>
                  <a:tcPr anchor="t" marL="91440" marR="91440" marT="45720" marB="45720">
                    <a:lnL w="25200">
                      <a:solidFill>
                        <a:srgbClr val="B982FF"/>
                      </a:solidFill>
                      <a:prstDash val="solid"/>
                    </a:lnL>
                    <a:lnR>
                      <a:noFill/>
                    </a:lnR>
                    <a:lnT w="25200">
                      <a:solidFill>
                        <a:srgbClr val="B982FF"/>
                      </a:solidFill>
                      <a:prstDash val="solid"/>
                    </a:lnT>
                    <a:lnB>
                      <a:noFill/>
                    </a:lnB>
                    <a:noFill/>
                  </a:tcPr>
                </a:tc>
              </a:tr>
            </a:tbl>
          </a:graphicData>
        </a:graphic>
      </p:graphicFrame>
      <p:sp>
        <p:nvSpPr>
          <p:cNvPr id="316" name="PlaceHolder 3"/>
          <p:cNvSpPr>
            <a:spLocks noGrp="1"/>
          </p:cNvSpPr>
          <p:nvPr>
            <p:ph/>
          </p:nvPr>
        </p:nvSpPr>
        <p:spPr>
          <a:xfrm>
            <a:off x="5951880" y="1085400"/>
            <a:ext cx="6508080" cy="412200"/>
          </a:xfrm>
          <a:prstGeom prst="rect">
            <a:avLst/>
          </a:prstGeom>
          <a:noFill/>
          <a:ln w="19080">
            <a:noFill/>
          </a:ln>
        </p:spPr>
        <p:txBody>
          <a:bodyPr lIns="0" tIns="0" rIns="0" bIns="0" anchor="t">
            <a:normAutofit/>
          </a:bodyPr>
          <a:p>
            <a:pPr indent="0" algn="l">
              <a:lnSpc>
                <a:spcPct val="100000"/>
              </a:lnSpc>
            </a:pPr>
            <a:r>
              <a:rPr lang="en-GB" sz="1800" b="1" u="none" strike="noStrike">
                <a:solidFill>
                  <a:srgbClr val="B982FF"/>
                </a:solidFill>
                <a:effectLst/>
                <a:uFillTx/>
                <a:latin typeface="UCL Sans SemiBold"/>
              </a:rPr>
              <a:t>9</a:t>
            </a:r>
            <a:r>
              <a:rPr lang="en-GB" sz="2079" b="1" u="none" strike="noStrike" baseline="30000">
                <a:solidFill>
                  <a:srgbClr val="B982FF"/>
                </a:solidFill>
                <a:effectLst/>
                <a:uFillTx/>
                <a:latin typeface="UCL Sans SemiBold"/>
              </a:rPr>
              <a:t>th</a:t>
            </a:r>
            <a:r>
              <a:rPr lang="en-GB" sz="1800" b="0" u="none" strike="noStrike">
                <a:solidFill>
                  <a:srgbClr val="B982FF"/>
                </a:solidFill>
                <a:effectLst/>
                <a:uFillTx/>
                <a:latin typeface="UCL Sans"/>
              </a:rPr>
              <a:t> in the World      </a:t>
            </a:r>
            <a:r>
              <a:rPr lang="en-GB" sz="1800" b="1" u="none" strike="noStrike">
                <a:solidFill>
                  <a:srgbClr val="B982FF"/>
                </a:solidFill>
                <a:effectLst/>
                <a:uFillTx/>
                <a:latin typeface="UCL Sans SemiBold"/>
              </a:rPr>
              <a:t>5</a:t>
            </a:r>
            <a:r>
              <a:rPr lang="en-GB" sz="2079" b="1" u="none" strike="noStrike" baseline="30000">
                <a:solidFill>
                  <a:srgbClr val="B982FF"/>
                </a:solidFill>
                <a:effectLst/>
                <a:uFillTx/>
                <a:latin typeface="UCL Sans SemiBold"/>
              </a:rPr>
              <a:t>th</a:t>
            </a:r>
            <a:r>
              <a:rPr lang="en-GB" sz="1800" b="0" u="none" strike="noStrike">
                <a:solidFill>
                  <a:srgbClr val="B982FF"/>
                </a:solidFill>
                <a:effectLst/>
                <a:uFillTx/>
                <a:latin typeface="UCL Sans"/>
              </a:rPr>
              <a:t> in Europe      </a:t>
            </a:r>
            <a:r>
              <a:rPr lang="en-GB" sz="1800" b="1" u="none" strike="noStrike">
                <a:solidFill>
                  <a:srgbClr val="B982FF"/>
                </a:solidFill>
                <a:effectLst/>
                <a:uFillTx/>
                <a:latin typeface="UCL Sans SemiBold"/>
              </a:rPr>
              <a:t>4</a:t>
            </a:r>
            <a:r>
              <a:rPr lang="en-GB" sz="2079" b="1" u="none" strike="noStrike" baseline="30000">
                <a:solidFill>
                  <a:srgbClr val="B982FF"/>
                </a:solidFill>
                <a:effectLst/>
                <a:uFillTx/>
                <a:latin typeface="UCL Sans SemiBold"/>
              </a:rPr>
              <a:t>th</a:t>
            </a:r>
            <a:r>
              <a:rPr lang="en-GB" sz="1800" b="0" u="none" strike="noStrike">
                <a:solidFill>
                  <a:srgbClr val="B982FF"/>
                </a:solidFill>
                <a:effectLst/>
                <a:uFillTx/>
                <a:latin typeface="UCL Sans"/>
              </a:rPr>
              <a:t> in the UK</a:t>
            </a:r>
            <a:endParaRPr lang="en-GB" sz="1800" b="0" u="none" strike="noStrike">
              <a:solidFill>
                <a:srgbClr val="FFFFFF"/>
              </a:solidFill>
              <a:effectLst/>
              <a:uFillTx/>
              <a:latin typeface="Arial"/>
            </a:endParaRPr>
          </a:p>
          <a:p>
            <a:pPr indent="0" algn="l">
              <a:lnSpc>
                <a:spcPct val="100000"/>
              </a:lnSpc>
              <a:buNone/>
            </a:pPr>
            <a:r>
              <a:rPr lang="en-GB" sz="1800" b="0" u="none" strike="noStrike">
                <a:solidFill>
                  <a:srgbClr val="B982FF"/>
                </a:solidFill>
                <a:effectLst/>
                <a:uFillTx/>
                <a:latin typeface="UCL Sans"/>
              </a:rPr>
              <a:t> </a:t>
            </a:r>
            <a:endParaRPr lang="en-GB" sz="1800" b="0" u="none" strike="noStrike">
              <a:solidFill>
                <a:srgbClr val="FFFFFF"/>
              </a:solidFill>
              <a:effectLst/>
              <a:uFillTx/>
              <a:latin typeface="Arial"/>
            </a:endParaRPr>
          </a:p>
          <a:p>
            <a:pPr indent="0" algn="l">
              <a:lnSpc>
                <a:spcPct val="100000"/>
              </a:lnSpc>
              <a:buNone/>
            </a:pPr>
            <a:r>
              <a:rPr lang="en-GB" sz="1800" b="0" u="none" strike="noStrike">
                <a:solidFill>
                  <a:srgbClr val="B982FF"/>
                </a:solidFill>
                <a:effectLst/>
                <a:uFillTx/>
                <a:latin typeface="UCL Sans"/>
              </a:rPr>
              <a:t> </a:t>
            </a:r>
            <a:endParaRPr lang="en-GB" sz="1800" b="0" u="none" strike="noStrike">
              <a:solidFill>
                <a:srgbClr val="FFFFFF"/>
              </a:solidFill>
              <a:effectLst/>
              <a:uFillTx/>
              <a:latin typeface="Arial"/>
            </a:endParaRPr>
          </a:p>
        </p:txBody>
      </p:sp>
      <p:pic>
        <p:nvPicPr>
          <p:cNvPr id="317" name="Picture Placeholder 6" descr="A map of the world&#10;&#10;AI-generated content may be incorrect."/>
          <p:cNvPicPr/>
          <p:nvPr/>
        </p:nvPicPr>
        <p:blipFill>
          <a:blip r:embed="rId1"/>
          <a:srcRect l="8458" t="0" r="8458" b="0"/>
          <a:stretch/>
        </p:blipFill>
        <p:spPr>
          <a:xfrm>
            <a:off x="2354040" y="2422440"/>
            <a:ext cx="1786320" cy="1006560"/>
          </a:xfrm>
          <a:prstGeom prst="rect">
            <a:avLst/>
          </a:prstGeom>
          <a:noFill/>
          <a:ln w="3816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18" name="PlaceHolder 1"/>
          <p:cNvSpPr>
            <a:spLocks noGrp="1"/>
          </p:cNvSpPr>
          <p:nvPr>
            <p:ph type="title"/>
          </p:nvPr>
        </p:nvSpPr>
        <p:spPr>
          <a:xfrm>
            <a:off x="418680" y="409680"/>
            <a:ext cx="7572600" cy="100980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319" name="PlaceHolder 2"/>
          <p:cNvSpPr>
            <a:spLocks noGrp="1"/>
          </p:cNvSpPr>
          <p:nvPr>
            <p:ph/>
          </p:nvPr>
        </p:nvSpPr>
        <p:spPr>
          <a:xfrm>
            <a:off x="427680" y="1917000"/>
            <a:ext cx="1620720" cy="3528360"/>
          </a:xfrm>
          <a:prstGeom prst="rect">
            <a:avLst/>
          </a:prstGeom>
          <a:noFill/>
          <a:ln w="19080">
            <a:noFill/>
          </a:ln>
        </p:spPr>
        <p:txBody>
          <a:bodyPr lIns="91440" tIns="45720" rIns="91440" bIns="45720" anchor="t">
            <a:normAutofit/>
          </a:bodyPr>
          <a:p>
            <a:pPr indent="0" algn="l">
              <a:lnSpc>
                <a:spcPct val="100000"/>
              </a:lnSpc>
            </a:pPr>
            <a:r>
              <a:rPr lang="en-GB" sz="2400" b="0" u="none" strike="noStrike">
                <a:solidFill>
                  <a:srgbClr val="3A1857"/>
                </a:solidFill>
                <a:effectLst/>
                <a:uFillTx/>
                <a:latin typeface="UCL Sans"/>
              </a:rPr>
              <a:t>Subheading text,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3A1857"/>
                </a:solidFill>
                <a:effectLst/>
                <a:uFillTx/>
                <a:latin typeface="UCL Sans"/>
              </a:rPr>
              <a:t>UCL Sans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3A1857"/>
                </a:solidFill>
                <a:effectLst/>
                <a:uFillTx/>
                <a:latin typeface="UCL Sans"/>
              </a:rPr>
              <a:t>regular 24pt</a:t>
            </a:r>
            <a:endParaRPr lang="en-GB" sz="2400" b="0" u="none" strike="noStrike">
              <a:solidFill>
                <a:srgbClr val="000000"/>
              </a:solidFill>
              <a:effectLst/>
              <a:uFillTx/>
              <a:latin typeface="Arial"/>
            </a:endParaRPr>
          </a:p>
        </p:txBody>
      </p:sp>
      <p:sp>
        <p:nvSpPr>
          <p:cNvPr id="320" name="PlaceHolder 3"/>
          <p:cNvSpPr>
            <a:spLocks noGrp="1"/>
          </p:cNvSpPr>
          <p:nvPr>
            <p:ph/>
          </p:nvPr>
        </p:nvSpPr>
        <p:spPr>
          <a:xfrm>
            <a:off x="2129760" y="1917000"/>
            <a:ext cx="1620720" cy="3528360"/>
          </a:xfrm>
          <a:prstGeom prst="rect">
            <a:avLst/>
          </a:prstGeom>
          <a:noFill/>
          <a:ln w="19080">
            <a:noFill/>
          </a:ln>
        </p:spPr>
        <p:txBody>
          <a:bodyPr lIns="91440" tIns="45720" rIns="91440" bIns="45720" anchor="t">
            <a:normAutofit fontScale="85000" lnSpcReduction="19999"/>
          </a:bodyPr>
          <a:p>
            <a:pPr indent="0" algn="l">
              <a:lnSpc>
                <a:spcPct val="100000"/>
              </a:lnSpc>
            </a:pPr>
            <a:r>
              <a:rPr lang="en-GB" sz="1800" b="0" u="none" strike="noStrike">
                <a:solidFill>
                  <a:srgbClr val="000000"/>
                </a:solidFill>
                <a:effectLst/>
                <a:uFillTx/>
                <a:latin typeface="UCL Sans"/>
              </a:rPr>
              <a:t>Here, centuries of discoveries have been made by people thinking non-stop about the future. Where thousands of staff and students gather from hundreds of countries to create a unique city within a city.</a:t>
            </a:r>
            <a:endParaRPr lang="en-GB" sz="1800" b="0" u="none" strike="noStrike">
              <a:solidFill>
                <a:srgbClr val="000000"/>
              </a:solidFill>
              <a:effectLst/>
              <a:uFillTx/>
              <a:latin typeface="Arial"/>
            </a:endParaRPr>
          </a:p>
          <a:p>
            <a:pPr indent="0" algn="l">
              <a:lnSpc>
                <a:spcPct val="100000"/>
              </a:lnSpc>
              <a:buNone/>
            </a:pPr>
            <a:r>
              <a:rPr lang="en-GB"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Example copy,</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a:p>
            <a:pPr indent="0" algn="l">
              <a:lnSpc>
                <a:spcPct val="100000"/>
              </a:lnSpc>
              <a:buNone/>
            </a:pPr>
            <a:r>
              <a:rPr lang="en-US"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21" name="PlaceHolder 1"/>
          <p:cNvSpPr>
            <a:spLocks noGrp="1"/>
          </p:cNvSpPr>
          <p:nvPr>
            <p:ph type="title"/>
          </p:nvPr>
        </p:nvSpPr>
        <p:spPr>
          <a:xfrm>
            <a:off x="1353960" y="409680"/>
            <a:ext cx="5965200" cy="124236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pic>
        <p:nvPicPr>
          <p:cNvPr id="322" name="Picture Placeholder 6" descr="A close-up of a person using a microscope&#10;&#10;AI-generated content may be incorrect."/>
          <p:cNvPicPr/>
          <p:nvPr/>
        </p:nvPicPr>
        <p:blipFill>
          <a:blip r:embed="rId1"/>
          <a:srcRect l="0" t="18067" r="0" b="18067"/>
          <a:stretch/>
        </p:blipFill>
        <p:spPr>
          <a:xfrm>
            <a:off x="3133800" y="4438800"/>
            <a:ext cx="1509840" cy="1006560"/>
          </a:xfrm>
          <a:prstGeom prst="rect">
            <a:avLst/>
          </a:prstGeom>
          <a:noFill/>
          <a:ln w="38160">
            <a:noFill/>
          </a:ln>
        </p:spPr>
      </p:pic>
      <p:sp>
        <p:nvSpPr>
          <p:cNvPr id="323" name="PlaceHolder 2"/>
          <p:cNvSpPr>
            <a:spLocks noGrp="1"/>
          </p:cNvSpPr>
          <p:nvPr>
            <p:ph/>
          </p:nvPr>
        </p:nvSpPr>
        <p:spPr>
          <a:xfrm>
            <a:off x="1353240" y="4438800"/>
            <a:ext cx="5070960" cy="1006560"/>
          </a:xfrm>
          <a:prstGeom prst="rect">
            <a:avLst/>
          </a:prstGeom>
          <a:noFill/>
          <a:ln w="19080">
            <a:noFill/>
          </a:ln>
        </p:spPr>
        <p:txBody>
          <a:bodyPr lIns="91440" tIns="45720" rIns="91440" bIns="45720" anchor="t">
            <a:normAutofit/>
          </a:bodyPr>
          <a:p>
            <a:pPr marL="228600" indent="0" algn="l">
              <a:lnSpc>
                <a:spcPct val="100000"/>
              </a:lnSpc>
            </a:pPr>
            <a:r>
              <a:rPr lang="en-GB" sz="1800" b="0" u="none" strike="noStrike">
                <a:solidFill>
                  <a:srgbClr val="000000"/>
                </a:solidFill>
                <a:effectLst/>
                <a:uFillTx/>
                <a:latin typeface="UCL Sans"/>
              </a:rPr>
              <a:t>Here, centuries of discoveries have been made by people thinking non-stop about the future. Example copy, UCL Sans Regular 18pt</a:t>
            </a:r>
            <a:endParaRPr lang="en-GB" sz="1800" b="0" u="none" strike="noStrike">
              <a:solidFill>
                <a:srgbClr val="000000"/>
              </a:solidFill>
              <a:effectLst/>
              <a:uFillTx/>
              <a:latin typeface="Arial"/>
            </a:endParaRPr>
          </a:p>
          <a:p>
            <a:pPr marL="228600" indent="0" algn="l">
              <a:lnSpc>
                <a:spcPct val="100000"/>
              </a:lnSpc>
              <a:buNone/>
            </a:pPr>
            <a:r>
              <a:rPr lang="en-US"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p:txBody>
      </p:sp>
      <p:pic>
        <p:nvPicPr>
          <p:cNvPr id="324" name="Picture Placeholder 9" descr="A person looking at a model of a building&#10;&#10;AI-generated content may be incorrect."/>
          <p:cNvPicPr/>
          <p:nvPr/>
        </p:nvPicPr>
        <p:blipFill>
          <a:blip r:embed="rId2"/>
          <a:srcRect l="0" t="18047" r="0" b="18047"/>
          <a:stretch/>
        </p:blipFill>
        <p:spPr>
          <a:xfrm>
            <a:off x="3133800" y="4438800"/>
            <a:ext cx="1509840" cy="1006560"/>
          </a:xfrm>
          <a:prstGeom prst="rect">
            <a:avLst/>
          </a:prstGeom>
          <a:noFill/>
          <a:ln w="38160">
            <a:noFill/>
          </a:ln>
        </p:spPr>
      </p:pic>
      <p:sp>
        <p:nvSpPr>
          <p:cNvPr id="325" name="PlaceHolder 3"/>
          <p:cNvSpPr>
            <a:spLocks noGrp="1"/>
          </p:cNvSpPr>
          <p:nvPr>
            <p:ph/>
          </p:nvPr>
        </p:nvSpPr>
        <p:spPr>
          <a:xfrm>
            <a:off x="6686280" y="4438800"/>
            <a:ext cx="5049000" cy="1006560"/>
          </a:xfrm>
          <a:prstGeom prst="rect">
            <a:avLst/>
          </a:prstGeom>
          <a:noFill/>
          <a:ln w="19080">
            <a:noFill/>
          </a:ln>
        </p:spPr>
        <p:txBody>
          <a:bodyPr lIns="91440" tIns="45720" rIns="91440" bIns="45720" anchor="t">
            <a:normAutofit fontScale="85000" lnSpcReduction="9999"/>
          </a:bodyPr>
          <a:p>
            <a:pPr marL="228600" indent="0" algn="l">
              <a:lnSpc>
                <a:spcPct val="100000"/>
              </a:lnSpc>
            </a:pPr>
            <a:r>
              <a:rPr lang="en-GB" sz="1800" b="0" u="none" strike="noStrike">
                <a:solidFill>
                  <a:srgbClr val="000000"/>
                </a:solidFill>
                <a:effectLst/>
                <a:uFillTx/>
                <a:latin typeface="UCL Sans"/>
              </a:rPr>
              <a:t>Where thousands of staff and students gather from hundreds of countries to create a unique city within a city. Example copy, </a:t>
            </a:r>
            <a:endParaRPr lang="en-GB" sz="1800" b="0" u="none" strike="noStrike">
              <a:solidFill>
                <a:srgbClr val="000000"/>
              </a:solidFill>
              <a:effectLst/>
              <a:uFillTx/>
              <a:latin typeface="Arial"/>
            </a:endParaRPr>
          </a:p>
          <a:p>
            <a:pPr marL="228600" indent="0" algn="l">
              <a:lnSpc>
                <a:spcPct val="100000"/>
              </a:lnSpc>
            </a:pP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26" name="PlaceHolder 1"/>
          <p:cNvSpPr>
            <a:spLocks noGrp="1"/>
          </p:cNvSpPr>
          <p:nvPr>
            <p:ph type="title"/>
          </p:nvPr>
        </p:nvSpPr>
        <p:spPr>
          <a:xfrm>
            <a:off x="1343520" y="409680"/>
            <a:ext cx="5965200" cy="124236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pic>
        <p:nvPicPr>
          <p:cNvPr id="327" name="Picture Placeholder 5" descr="A person looking at plants&#10;&#10;AI-generated content may be incorrect."/>
          <p:cNvPicPr/>
          <p:nvPr/>
        </p:nvPicPr>
        <p:blipFill>
          <a:blip r:embed="rId1"/>
          <a:srcRect l="5843" t="0" r="5843" b="0"/>
          <a:stretch/>
        </p:blipFill>
        <p:spPr>
          <a:xfrm>
            <a:off x="6388920" y="2046240"/>
            <a:ext cx="5097960" cy="3398760"/>
          </a:xfrm>
          <a:prstGeom prst="rect">
            <a:avLst/>
          </a:prstGeom>
          <a:noFill/>
          <a:ln w="38160">
            <a:noFill/>
          </a:ln>
        </p:spPr>
      </p:pic>
      <p:sp>
        <p:nvSpPr>
          <p:cNvPr id="328" name="PlaceHolder 2"/>
          <p:cNvSpPr>
            <a:spLocks noGrp="1"/>
          </p:cNvSpPr>
          <p:nvPr>
            <p:ph/>
          </p:nvPr>
        </p:nvSpPr>
        <p:spPr>
          <a:xfrm>
            <a:off x="6095880" y="2046600"/>
            <a:ext cx="5684760" cy="3398760"/>
          </a:xfrm>
          <a:prstGeom prst="rect">
            <a:avLst/>
          </a:prstGeom>
          <a:noFill/>
          <a:ln w="19080">
            <a:noFill/>
          </a:ln>
        </p:spPr>
        <p:txBody>
          <a:bodyPr lIns="91440" tIns="45720" rIns="91440" bIns="45720" anchor="t">
            <a:normAutofit/>
          </a:bodyPr>
          <a:p>
            <a:pPr indent="0" algn="l">
              <a:lnSpc>
                <a:spcPct val="100000"/>
              </a:lnSpc>
            </a:pPr>
            <a:r>
              <a:rPr lang="en-GB" sz="1800" b="0" u="none" strike="noStrike">
                <a:solidFill>
                  <a:srgbClr val="000000"/>
                </a:solidFill>
                <a:effectLst/>
                <a:uFillTx/>
                <a:latin typeface="UCL Sans"/>
              </a:rPr>
              <a:t>Here, centuries of discoveries have been made by people thinking non-stop about the future. Where thousands of staff and students gather from hundreds of countries to create a unique city within a city.</a:t>
            </a:r>
            <a:endParaRPr lang="en-GB" sz="1800" b="0" u="none" strike="noStrike">
              <a:solidFill>
                <a:srgbClr val="000000"/>
              </a:solidFill>
              <a:effectLst/>
              <a:uFillTx/>
              <a:latin typeface="Arial"/>
            </a:endParaRPr>
          </a:p>
          <a:p>
            <a:pPr indent="0" algn="l">
              <a:lnSpc>
                <a:spcPct val="100000"/>
              </a:lnSpc>
              <a:buNone/>
            </a:pPr>
            <a:r>
              <a:rPr lang="en-GB"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a:p>
            <a:pPr indent="0" algn="l">
              <a:lnSpc>
                <a:spcPct val="100000"/>
              </a:lnSpc>
            </a:pPr>
            <a:r>
              <a:rPr lang="en-GB" sz="1800" b="0" u="none" strike="noStrike">
                <a:solidFill>
                  <a:srgbClr val="000000"/>
                </a:solidFill>
                <a:effectLst/>
                <a:uFillTx/>
                <a:latin typeface="UCL Sans"/>
              </a:rPr>
              <a:t>Example copy, UCL Sans Regular 18pt</a:t>
            </a:r>
            <a:endParaRPr lang="en-GB" sz="1800" b="0" u="none" strike="noStrike">
              <a:solidFill>
                <a:srgbClr val="000000"/>
              </a:solidFill>
              <a:effectLst/>
              <a:uFillTx/>
              <a:latin typeface="Arial"/>
            </a:endParaRPr>
          </a:p>
          <a:p>
            <a:pPr indent="0" algn="l">
              <a:lnSpc>
                <a:spcPct val="100000"/>
              </a:lnSpc>
              <a:buNone/>
            </a:pPr>
            <a:r>
              <a:rPr lang="en-US"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29" name="PlaceHolder 1"/>
          <p:cNvSpPr>
            <a:spLocks noGrp="1"/>
          </p:cNvSpPr>
          <p:nvPr>
            <p:ph/>
          </p:nvPr>
        </p:nvSpPr>
        <p:spPr>
          <a:xfrm>
            <a:off x="1353960" y="409680"/>
            <a:ext cx="8569800" cy="1378080"/>
          </a:xfrm>
          <a:prstGeom prst="rect">
            <a:avLst/>
          </a:prstGeom>
          <a:noFill/>
          <a:ln w="19080">
            <a:noFill/>
          </a:ln>
        </p:spPr>
        <p:txBody>
          <a:bodyPr lIns="91440" tIns="45720" rIns="91440" bIns="45720" anchor="t">
            <a:normAutofit/>
          </a:bodyPr>
          <a:p>
            <a:pPr marL="228600" indent="-228600" algn="l">
              <a:lnSpc>
                <a:spcPct val="100000"/>
              </a:lnSpc>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marL="228600" indent="-228600" algn="l">
              <a:lnSpc>
                <a:spcPct val="100000"/>
              </a:lnSpc>
            </a:pPr>
            <a:r>
              <a:rPr lang="en-GB" sz="3600" b="1"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a:p>
            <a:pPr marL="228600" indent="-228600" algn="l">
              <a:lnSpc>
                <a:spcPct val="100000"/>
              </a:lnSpc>
              <a:buNone/>
            </a:pPr>
            <a:r>
              <a:rPr lang="en-US" sz="3600" b="1" u="none" strike="noStrike">
                <a:solidFill>
                  <a:srgbClr val="3A1857"/>
                </a:solidFill>
                <a:effectLst/>
                <a:uFillTx/>
                <a:latin typeface="UCL Sans SemiBold"/>
              </a:rPr>
              <a:t> </a:t>
            </a:r>
            <a:endParaRPr lang="en-GB" sz="3600" b="0" u="none" strike="noStrike">
              <a:solidFill>
                <a:srgbClr val="000000"/>
              </a:solidFill>
              <a:effectLst/>
              <a:uFillTx/>
              <a:latin typeface="Arial"/>
            </a:endParaRPr>
          </a:p>
        </p:txBody>
      </p:sp>
      <p:pic>
        <p:nvPicPr>
          <p:cNvPr id="330" name="Picture Placeholder 14" descr="A person in a lab coat and gloves&#10;&#10;AI-generated content may be incorrect."/>
          <p:cNvPicPr/>
          <p:nvPr/>
        </p:nvPicPr>
        <p:blipFill>
          <a:blip r:embed="rId1"/>
          <a:srcRect l="3340" t="0" r="3340" b="0"/>
          <a:stretch/>
        </p:blipFill>
        <p:spPr>
          <a:xfrm>
            <a:off x="1353960" y="2185560"/>
            <a:ext cx="2445480" cy="1748160"/>
          </a:xfrm>
          <a:prstGeom prst="rect">
            <a:avLst/>
          </a:prstGeom>
          <a:noFill/>
          <a:ln w="38160">
            <a:noFill/>
          </a:ln>
        </p:spPr>
      </p:pic>
      <p:sp>
        <p:nvSpPr>
          <p:cNvPr id="331" name="PlaceHolder 2"/>
          <p:cNvSpPr>
            <a:spLocks noGrp="1"/>
          </p:cNvSpPr>
          <p:nvPr>
            <p:ph type="title"/>
          </p:nvPr>
        </p:nvSpPr>
        <p:spPr>
          <a:xfrm>
            <a:off x="1353960" y="4204800"/>
            <a:ext cx="2438280" cy="1242360"/>
          </a:xfrm>
          <a:prstGeom prst="rect">
            <a:avLst/>
          </a:prstGeom>
          <a:noFill/>
          <a:ln w="19080">
            <a:noFill/>
          </a:ln>
        </p:spPr>
        <p:txBody>
          <a:bodyPr lIns="91440" tIns="45720" rIns="91440" bIns="45720" anchor="t">
            <a:noAutofit/>
          </a:bodyPr>
          <a:p>
            <a:pPr indent="0" algn="l">
              <a:lnSpc>
                <a:spcPct val="100000"/>
              </a:lnSpc>
              <a:buNone/>
            </a:pPr>
            <a:r>
              <a:rPr lang="en-GB" sz="1800" b="0" u="none" strike="noStrike">
                <a:solidFill>
                  <a:srgbClr val="000000"/>
                </a:solidFill>
                <a:effectLst/>
                <a:uFillTx/>
                <a:latin typeface="UCL Sans"/>
              </a:rPr>
              <a:t>Here, centuries of discoveries have been made by people thinking non-stop about the future. </a:t>
            </a:r>
            <a:endParaRPr lang="en-GB" sz="1800" b="0" u="none" strike="noStrike">
              <a:solidFill>
                <a:srgbClr val="000000"/>
              </a:solidFill>
              <a:effectLst/>
              <a:uFillTx/>
              <a:latin typeface="Arial"/>
            </a:endParaRPr>
          </a:p>
        </p:txBody>
      </p:sp>
      <p:pic>
        <p:nvPicPr>
          <p:cNvPr id="332" name="Picture Placeholder 17" descr="A person in a white coat writing on a clipboard&#10;&#10;AI-generated content may be incorrect."/>
          <p:cNvPicPr/>
          <p:nvPr/>
        </p:nvPicPr>
        <p:blipFill>
          <a:blip r:embed="rId2"/>
          <a:srcRect l="3378" t="0" r="3378" b="0"/>
          <a:stretch/>
        </p:blipFill>
        <p:spPr>
          <a:xfrm>
            <a:off x="4014720" y="2185560"/>
            <a:ext cx="2445480" cy="1748160"/>
          </a:xfrm>
          <a:prstGeom prst="rect">
            <a:avLst/>
          </a:prstGeom>
          <a:noFill/>
          <a:ln w="38160">
            <a:noFill/>
          </a:ln>
        </p:spPr>
      </p:pic>
      <p:sp>
        <p:nvSpPr>
          <p:cNvPr id="333" name="PlaceHolder 3"/>
          <p:cNvSpPr>
            <a:spLocks noGrp="1"/>
          </p:cNvSpPr>
          <p:nvPr>
            <p:ph/>
          </p:nvPr>
        </p:nvSpPr>
        <p:spPr>
          <a:xfrm>
            <a:off x="4014720" y="4204800"/>
            <a:ext cx="2445480" cy="1269000"/>
          </a:xfrm>
          <a:prstGeom prst="rect">
            <a:avLst/>
          </a:prstGeom>
          <a:noFill/>
          <a:ln w="19080">
            <a:noFill/>
          </a:ln>
        </p:spPr>
        <p:txBody>
          <a:bodyPr lIns="91440" tIns="45720" rIns="91440" bIns="45720" anchor="t">
            <a:normAutofit fontScale="92500" lnSpcReduction="9999"/>
          </a:bodyPr>
          <a:p>
            <a:pPr indent="0" algn="l">
              <a:lnSpc>
                <a:spcPct val="100000"/>
              </a:lnSpc>
            </a:pPr>
            <a:r>
              <a:rPr lang="en-GB" sz="1800" b="0" u="none" strike="noStrike">
                <a:solidFill>
                  <a:srgbClr val="000000"/>
                </a:solidFill>
                <a:effectLst/>
                <a:uFillTx/>
                <a:latin typeface="UCL Sans"/>
              </a:rPr>
              <a:t>Here, eleven faculties study everything from the oldest language to the newest neuroscience. </a:t>
            </a:r>
            <a:endParaRPr lang="en-GB" sz="1800" b="0" u="none" strike="noStrike">
              <a:solidFill>
                <a:srgbClr val="000000"/>
              </a:solidFill>
              <a:effectLst/>
              <a:uFillTx/>
              <a:latin typeface="Arial"/>
            </a:endParaRPr>
          </a:p>
        </p:txBody>
      </p:sp>
      <p:pic>
        <p:nvPicPr>
          <p:cNvPr id="334" name="Picture Placeholder 19" descr="A close-up of a person using a microscope&#10;&#10;AI-generated content may be incorrect."/>
          <p:cNvPicPr/>
          <p:nvPr/>
        </p:nvPicPr>
        <p:blipFill>
          <a:blip r:embed="rId3"/>
          <a:srcRect l="3341" t="0" r="3341" b="0"/>
          <a:stretch/>
        </p:blipFill>
        <p:spPr>
          <a:xfrm>
            <a:off x="6675120" y="2185560"/>
            <a:ext cx="2445480" cy="1748160"/>
          </a:xfrm>
          <a:prstGeom prst="rect">
            <a:avLst/>
          </a:prstGeom>
          <a:noFill/>
          <a:ln w="38160">
            <a:noFill/>
          </a:ln>
        </p:spPr>
      </p:pic>
      <p:sp>
        <p:nvSpPr>
          <p:cNvPr id="335" name="PlaceHolder 4"/>
          <p:cNvSpPr>
            <a:spLocks noGrp="1"/>
          </p:cNvSpPr>
          <p:nvPr>
            <p:ph/>
          </p:nvPr>
        </p:nvSpPr>
        <p:spPr>
          <a:xfrm>
            <a:off x="6675120" y="4204800"/>
            <a:ext cx="2426400" cy="1242360"/>
          </a:xfrm>
          <a:prstGeom prst="rect">
            <a:avLst/>
          </a:prstGeom>
          <a:noFill/>
          <a:ln w="19080">
            <a:noFill/>
          </a:ln>
        </p:spPr>
        <p:txBody>
          <a:bodyPr lIns="91440" tIns="45720" rIns="91440" bIns="45720" anchor="t">
            <a:normAutofit/>
          </a:bodyPr>
          <a:p>
            <a:pPr indent="0" algn="l">
              <a:lnSpc>
                <a:spcPct val="100000"/>
              </a:lnSpc>
            </a:pPr>
            <a:r>
              <a:rPr lang="en-GB" sz="1800" b="0" u="none" strike="noStrike">
                <a:solidFill>
                  <a:srgbClr val="000000"/>
                </a:solidFill>
                <a:effectLst/>
                <a:uFillTx/>
                <a:latin typeface="UCL Sans"/>
              </a:rPr>
              <a:t>Where big plans and brave ideas have the scale and the support they need to succeed. </a:t>
            </a:r>
            <a:endParaRPr lang="en-GB" sz="1800" b="0" u="none" strike="noStrike">
              <a:solidFill>
                <a:srgbClr val="000000"/>
              </a:solidFill>
              <a:effectLst/>
              <a:uFillTx/>
              <a:latin typeface="Arial"/>
            </a:endParaRPr>
          </a:p>
        </p:txBody>
      </p:sp>
      <p:pic>
        <p:nvPicPr>
          <p:cNvPr id="336" name="Picture Placeholder 21" descr="A person looking at a model of a building&#10;&#10;AI-generated content may be incorrect."/>
          <p:cNvPicPr/>
          <p:nvPr/>
        </p:nvPicPr>
        <p:blipFill>
          <a:blip r:embed="rId4"/>
          <a:srcRect l="3378" t="0" r="3378" b="0"/>
          <a:stretch/>
        </p:blipFill>
        <p:spPr>
          <a:xfrm>
            <a:off x="9335520" y="2185560"/>
            <a:ext cx="2445480" cy="1748160"/>
          </a:xfrm>
          <a:prstGeom prst="rect">
            <a:avLst/>
          </a:prstGeom>
          <a:noFill/>
          <a:ln w="38160">
            <a:noFill/>
          </a:ln>
        </p:spPr>
      </p:pic>
      <p:sp>
        <p:nvSpPr>
          <p:cNvPr id="337" name="PlaceHolder 5"/>
          <p:cNvSpPr>
            <a:spLocks noGrp="1"/>
          </p:cNvSpPr>
          <p:nvPr>
            <p:ph/>
          </p:nvPr>
        </p:nvSpPr>
        <p:spPr>
          <a:xfrm>
            <a:off x="9320760" y="4204800"/>
            <a:ext cx="2459880" cy="1266840"/>
          </a:xfrm>
          <a:prstGeom prst="rect">
            <a:avLst/>
          </a:prstGeom>
          <a:noFill/>
          <a:ln w="19080">
            <a:noFill/>
          </a:ln>
        </p:spPr>
        <p:txBody>
          <a:bodyPr lIns="91440" tIns="45720" rIns="91440" bIns="45720" anchor="t">
            <a:normAutofit/>
          </a:bodyPr>
          <a:p>
            <a:pPr indent="0" algn="l">
              <a:lnSpc>
                <a:spcPct val="100000"/>
              </a:lnSpc>
            </a:pPr>
            <a:r>
              <a:rPr lang="en-GB" sz="1800" b="0" u="none" strike="noStrike">
                <a:solidFill>
                  <a:srgbClr val="000000"/>
                </a:solidFill>
                <a:effectLst/>
                <a:uFillTx/>
                <a:latin typeface="UCL Sans"/>
              </a:rPr>
              <a:t>Example copy,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38" name="PlaceHolder 1"/>
          <p:cNvSpPr>
            <a:spLocks noGrp="1"/>
          </p:cNvSpPr>
          <p:nvPr>
            <p:ph/>
          </p:nvPr>
        </p:nvSpPr>
        <p:spPr>
          <a:xfrm>
            <a:off x="1353960" y="421200"/>
            <a:ext cx="2099880" cy="1560960"/>
          </a:xfrm>
          <a:prstGeom prst="rect">
            <a:avLst/>
          </a:prstGeom>
          <a:noFill/>
          <a:ln w="19080">
            <a:noFill/>
          </a:ln>
        </p:spPr>
        <p:txBody>
          <a:bodyPr lIns="91440" tIns="45720" rIns="91440" bIns="45720" anchor="t">
            <a:normAutofit fontScale="77500" lnSpcReduction="19999"/>
          </a:bodyPr>
          <a:p>
            <a:pPr indent="0" algn="l">
              <a:lnSpc>
                <a:spcPct val="100000"/>
              </a:lnSpc>
            </a:pPr>
            <a:r>
              <a:rPr lang="en-GB" sz="3600" b="1" u="none" strike="noStrike">
                <a:solidFill>
                  <a:srgbClr val="3A1857"/>
                </a:solidFill>
                <a:effectLst/>
                <a:uFillTx/>
                <a:latin typeface="UCL Sans SemiBold"/>
              </a:rPr>
              <a:t>Headline </a:t>
            </a:r>
            <a:endParaRPr lang="en-GB" sz="3600" b="0" u="none" strike="noStrike">
              <a:solidFill>
                <a:srgbClr val="000000"/>
              </a:solidFill>
              <a:effectLst/>
              <a:uFillTx/>
              <a:latin typeface="Arial"/>
            </a:endParaRPr>
          </a:p>
          <a:p>
            <a:pPr indent="0" algn="l">
              <a:lnSpc>
                <a:spcPct val="100000"/>
              </a:lnSpc>
            </a:pPr>
            <a:r>
              <a:rPr lang="en-GB" sz="3600" b="1" u="none" strike="noStrike">
                <a:solidFill>
                  <a:srgbClr val="3A1857"/>
                </a:solidFill>
                <a:effectLst/>
                <a:uFillTx/>
                <a:latin typeface="UCL Sans SemiBold"/>
              </a:rPr>
              <a:t>UCL Sans </a:t>
            </a:r>
            <a:endParaRPr lang="en-GB" sz="3600" b="0" u="none" strike="noStrike">
              <a:solidFill>
                <a:srgbClr val="000000"/>
              </a:solidFill>
              <a:effectLst/>
              <a:uFillTx/>
              <a:latin typeface="Arial"/>
            </a:endParaRPr>
          </a:p>
          <a:p>
            <a:pPr indent="0" algn="l">
              <a:lnSpc>
                <a:spcPct val="100000"/>
              </a:lnSpc>
            </a:pPr>
            <a:r>
              <a:rPr lang="en-GB" sz="3600" b="1" u="none" strike="noStrike">
                <a:solidFill>
                  <a:srgbClr val="3A1857"/>
                </a:solidFill>
                <a:effectLst/>
                <a:uFillTx/>
                <a:latin typeface="UCL Sans SemiBold"/>
              </a:rPr>
              <a:t>SemiBold 36pt</a:t>
            </a:r>
            <a:endParaRPr lang="en-GB" sz="3600" b="0" u="none" strike="noStrike">
              <a:solidFill>
                <a:srgbClr val="000000"/>
              </a:solidFill>
              <a:effectLst/>
              <a:uFillTx/>
              <a:latin typeface="Arial"/>
            </a:endParaRPr>
          </a:p>
          <a:p>
            <a:pPr indent="0" algn="l">
              <a:lnSpc>
                <a:spcPct val="100000"/>
              </a:lnSpc>
              <a:buNone/>
            </a:pPr>
            <a:r>
              <a:rPr lang="en-US" sz="3600" b="1" u="none" strike="noStrike">
                <a:solidFill>
                  <a:srgbClr val="3A1857"/>
                </a:solidFill>
                <a:effectLst/>
                <a:uFillTx/>
                <a:latin typeface="UCL Sans SemiBold"/>
              </a:rPr>
              <a:t> </a:t>
            </a:r>
            <a:endParaRPr lang="en-GB" sz="3600" b="0" u="none" strike="noStrike">
              <a:solidFill>
                <a:srgbClr val="000000"/>
              </a:solidFill>
              <a:effectLst/>
              <a:uFillTx/>
              <a:latin typeface="Arial"/>
            </a:endParaRPr>
          </a:p>
        </p:txBody>
      </p:sp>
      <p:sp>
        <p:nvSpPr>
          <p:cNvPr id="339" name="PlaceHolder 2"/>
          <p:cNvSpPr>
            <a:spLocks noGrp="1"/>
          </p:cNvSpPr>
          <p:nvPr>
            <p:ph/>
          </p:nvPr>
        </p:nvSpPr>
        <p:spPr>
          <a:xfrm>
            <a:off x="3559320" y="421200"/>
            <a:ext cx="2099880" cy="744480"/>
          </a:xfrm>
          <a:prstGeom prst="rect">
            <a:avLst/>
          </a:prstGeom>
          <a:noFill/>
          <a:ln w="19080">
            <a:noFill/>
          </a:ln>
        </p:spPr>
        <p:txBody>
          <a:bodyPr lIns="91440" tIns="45720" rIns="91440" bIns="45720" anchor="t">
            <a:normAutofit fontScale="62500" lnSpcReduction="19999"/>
          </a:bodyPr>
          <a:p>
            <a:pPr indent="0" algn="l">
              <a:lnSpc>
                <a:spcPct val="100000"/>
              </a:lnSpc>
            </a:pPr>
            <a:r>
              <a:rPr lang="en-GB" sz="2400" b="0" u="none" strike="noStrike">
                <a:solidFill>
                  <a:srgbClr val="3A1857"/>
                </a:solidFill>
                <a:effectLst/>
                <a:uFillTx/>
                <a:latin typeface="UCL Sans"/>
              </a:rPr>
              <a:t>Subheading text style, </a:t>
            </a:r>
            <a:endParaRPr lang="en-GB" sz="2400" b="0" u="none" strike="noStrike">
              <a:solidFill>
                <a:srgbClr val="000000"/>
              </a:solidFill>
              <a:effectLst/>
              <a:uFillTx/>
              <a:latin typeface="Arial"/>
            </a:endParaRPr>
          </a:p>
          <a:p>
            <a:pPr indent="0" algn="l">
              <a:lnSpc>
                <a:spcPct val="100000"/>
              </a:lnSpc>
            </a:pPr>
            <a:r>
              <a:rPr lang="en-GB" sz="2400" b="0" u="none" strike="noStrike">
                <a:solidFill>
                  <a:srgbClr val="3A1857"/>
                </a:solidFill>
                <a:effectLst/>
                <a:uFillTx/>
                <a:latin typeface="UCL Sans"/>
              </a:rPr>
              <a:t>UCL Sans regular 24pt</a:t>
            </a:r>
            <a:endParaRPr lang="en-GB" sz="2400" b="0" u="none" strike="noStrike">
              <a:solidFill>
                <a:srgbClr val="000000"/>
              </a:solidFill>
              <a:effectLst/>
              <a:uFillTx/>
              <a:latin typeface="Arial"/>
            </a:endParaRPr>
          </a:p>
          <a:p>
            <a:pPr indent="0" algn="l">
              <a:lnSpc>
                <a:spcPct val="100000"/>
              </a:lnSpc>
              <a:buNone/>
            </a:pPr>
            <a:r>
              <a:rPr lang="en-US" sz="2400" b="0" u="none" strike="noStrike">
                <a:solidFill>
                  <a:srgbClr val="3A1857"/>
                </a:solidFill>
                <a:effectLst/>
                <a:uFillTx/>
                <a:latin typeface="UCL Sans"/>
              </a:rPr>
              <a:t> </a:t>
            </a:r>
            <a:endParaRPr lang="en-GB" sz="2400" b="0" u="none" strike="noStrike">
              <a:solidFill>
                <a:srgbClr val="000000"/>
              </a:solidFill>
              <a:effectLst/>
              <a:uFillTx/>
              <a:latin typeface="Arial"/>
            </a:endParaRPr>
          </a:p>
        </p:txBody>
      </p:sp>
      <p:graphicFrame>
        <p:nvGraphicFramePr>
          <p:cNvPr id="340" name="Content Placeholder 3"/>
          <p:cNvGraphicFramePr/>
          <p:nvPr/>
        </p:nvGraphicFramePr>
        <p:xfrm>
          <a:off x="3559320" y="1236960"/>
          <a:ext cx="2099880" cy="7444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41" name="Content Placeholder 11"/>
          <p:cNvGraphicFramePr/>
          <p:nvPr/>
        </p:nvGraphicFramePr>
        <p:xfrm>
          <a:off x="6095880" y="2422440"/>
          <a:ext cx="5649840" cy="3022560"/>
        </p:xfrm>
        <a:graphic>
          <a:graphicData uri="http://schemas.openxmlformats.org/drawingml/2006/chart">
            <c:chart xmlns:c="http://schemas.openxmlformats.org/drawingml/2006/chart" xmlns:r="http://schemas.openxmlformats.org/officeDocument/2006/relationships" r:id="rId2"/>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pic>
        <p:nvPicPr>
          <p:cNvPr id="342" name="Picture Placeholder 3" descr="A group of people sitting on the steps&#10;&#10;AI-generated content may be incorrect."/>
          <p:cNvPicPr/>
          <p:nvPr/>
        </p:nvPicPr>
        <p:blipFill>
          <a:blip r:embed="rId1"/>
          <a:srcRect l="0" t="6304" r="0" b="6304"/>
          <a:stretch/>
        </p:blipFill>
        <p:spPr>
          <a:xfrm>
            <a:off x="391320" y="0"/>
            <a:ext cx="11800440" cy="6858000"/>
          </a:xfrm>
          <a:prstGeom prst="rect">
            <a:avLst/>
          </a:prstGeom>
          <a:noFill/>
          <a:ln w="38160">
            <a:noFill/>
          </a:ln>
        </p:spPr>
      </p:pic>
      <p:pic>
        <p:nvPicPr>
          <p:cNvPr id="343" name="Graphic 4"/>
          <p:cNvPicPr/>
          <p:nvPr/>
        </p:nvPicPr>
        <p:blipFill>
          <a:blip r:embed="rId2">
            <a:extLst>
              <a:ext uri="{96DAC541-7B7A-43D3-8B79-37D633B846F1}">
                <asvg:svgBlip xmlns:asvg="http://schemas.microsoft.com/office/drawing/2016/SVG/main" r:embed="rId3"/>
              </a:ext>
            </a:extLst>
          </a:blip>
          <a:stretch/>
        </p:blipFill>
        <p:spPr>
          <a:xfrm>
            <a:off x="10227600" y="5943600"/>
            <a:ext cx="1699200" cy="649440"/>
          </a:xfrm>
          <a:prstGeom prst="rect">
            <a:avLst/>
          </a:prstGeom>
          <a:noFill/>
          <a:ln w="19080">
            <a:noFill/>
          </a:ln>
        </p:spPr>
      </p:pic>
      <p:pic>
        <p:nvPicPr>
          <p:cNvPr id="344" name="Picture 14"/>
          <p:cNvPicPr/>
          <p:nvPr/>
        </p:nvPicPr>
        <p:blipFill>
          <a:blip r:embed="rId4"/>
          <a:stretch/>
        </p:blipFill>
        <p:spPr>
          <a:xfrm>
            <a:off x="10360800" y="6067080"/>
            <a:ext cx="1432440" cy="402120"/>
          </a:xfrm>
          <a:prstGeom prst="rect">
            <a:avLst/>
          </a:prstGeom>
          <a:noFill/>
          <a:ln w="1908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45" name="PlaceHolder 1"/>
          <p:cNvSpPr>
            <a:spLocks noGrp="1"/>
          </p:cNvSpPr>
          <p:nvPr>
            <p:ph type="title"/>
          </p:nvPr>
        </p:nvSpPr>
        <p:spPr>
          <a:xfrm>
            <a:off x="409680" y="409680"/>
            <a:ext cx="7583760" cy="100980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graphicFrame>
        <p:nvGraphicFramePr>
          <p:cNvPr id="346" name="Content Placeholder 8"/>
          <p:cNvGraphicFramePr/>
          <p:nvPr/>
        </p:nvGraphicFramePr>
        <p:xfrm>
          <a:off x="419040" y="1916280"/>
          <a:ext cx="7572240" cy="375912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47" name="PlaceHolder 1"/>
          <p:cNvSpPr>
            <a:spLocks noGrp="1"/>
          </p:cNvSpPr>
          <p:nvPr>
            <p:ph type="title"/>
          </p:nvPr>
        </p:nvSpPr>
        <p:spPr>
          <a:xfrm>
            <a:off x="409680" y="409680"/>
            <a:ext cx="7583760" cy="100980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A"/>
        </a:solidFill>
      </p:bgPr>
    </p:bg>
    <p:spTree>
      <p:nvGrpSpPr>
        <p:cNvPr id="1" name=""/>
        <p:cNvGrpSpPr/>
        <p:nvPr/>
      </p:nvGrpSpPr>
      <p:grpSpPr>
        <a:xfrm>
          <a:off x="0" y="0"/>
          <a:ext cx="0" cy="0"/>
          <a:chOff x="0" y="0"/>
          <a:chExt cx="0" cy="0"/>
        </a:xfrm>
      </p:grpSpPr>
      <p:sp>
        <p:nvSpPr>
          <p:cNvPr id="348" name="PlaceHolder 1"/>
          <p:cNvSpPr>
            <a:spLocks noGrp="1"/>
          </p:cNvSpPr>
          <p:nvPr>
            <p:ph type="title"/>
          </p:nvPr>
        </p:nvSpPr>
        <p:spPr>
          <a:xfrm>
            <a:off x="398520" y="409680"/>
            <a:ext cx="3797280" cy="1830240"/>
          </a:xfrm>
          <a:prstGeom prst="rect">
            <a:avLst/>
          </a:prstGeom>
          <a:noFill/>
          <a:ln w="19080">
            <a:noFill/>
          </a:ln>
        </p:spPr>
        <p:txBody>
          <a:bodyPr lIns="91440" tIns="45720" rIns="91440" bIns="45720" anchor="t">
            <a:noAutofit/>
          </a:bodyPr>
          <a:p>
            <a:pPr indent="0" algn="l">
              <a:lnSpc>
                <a:spcPct val="100000"/>
              </a:lnSpc>
              <a:buNone/>
            </a:pPr>
            <a:r>
              <a:rPr lang="en-GB" sz="3600" b="0" u="none" strike="noStrike">
                <a:solidFill>
                  <a:srgbClr val="3A1857"/>
                </a:solidFill>
                <a:effectLst/>
                <a:uFillTx/>
                <a:latin typeface="UCL Sans SemiBold"/>
              </a:rPr>
              <a:t>Headline </a:t>
            </a:r>
            <a:br>
              <a:rPr sz="3600"/>
            </a:br>
            <a:r>
              <a:rPr lang="en-GB" sz="3600" b="0" u="none" strike="noStrike">
                <a:solidFill>
                  <a:srgbClr val="3A1857"/>
                </a:solidFill>
                <a:effectLst/>
                <a:uFillTx/>
                <a:latin typeface="UCL Sans SemiBold"/>
              </a:rPr>
              <a:t>UCL Sans SemiBold 36pt</a:t>
            </a:r>
            <a:endParaRPr lang="en-GB" sz="3600" b="0" u="none" strike="noStrike">
              <a:solidFill>
                <a:srgbClr val="000000"/>
              </a:solidFill>
              <a:effectLst/>
              <a:uFillTx/>
              <a:latin typeface="Arial"/>
            </a:endParaRPr>
          </a:p>
        </p:txBody>
      </p:sp>
      <p:sp>
        <p:nvSpPr>
          <p:cNvPr id="349" name="PlaceHolder 2"/>
          <p:cNvSpPr>
            <a:spLocks noGrp="1"/>
          </p:cNvSpPr>
          <p:nvPr>
            <p:ph/>
          </p:nvPr>
        </p:nvSpPr>
        <p:spPr>
          <a:xfrm>
            <a:off x="5157000" y="409680"/>
            <a:ext cx="1385640" cy="1291320"/>
          </a:xfrm>
          <a:prstGeom prst="rect">
            <a:avLst/>
          </a:prstGeom>
          <a:noFill/>
          <a:ln w="19080">
            <a:noFill/>
          </a:ln>
        </p:spPr>
        <p:txBody>
          <a:bodyPr lIns="91440" tIns="45720" rIns="91440" bIns="45720" anchor="t">
            <a:normAutofit fontScale="25000" lnSpcReduction="19999"/>
          </a:bodyPr>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Here, centuries of discoveries have been example copy,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Here, eleven faculties study everything from the oldest language to the newest neuroscience. </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Where big plans and brave ideas have the scale and the support they need to succeed.</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Example copy</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Bullet text, UCL Sans Regular 18pt</a:t>
            </a:r>
            <a:endParaRPr lang="en-GB" sz="1800" b="0" u="none" strike="noStrike">
              <a:solidFill>
                <a:srgbClr val="000000"/>
              </a:solidFill>
              <a:effectLst/>
              <a:uFillTx/>
              <a:latin typeface="Arial"/>
            </a:endParaRPr>
          </a:p>
          <a:p>
            <a:pPr indent="0" algn="l">
              <a:lnSpc>
                <a:spcPct val="90000"/>
              </a:lnSpc>
              <a:spcBef>
                <a:spcPts val="1001"/>
              </a:spcBef>
              <a:buNone/>
            </a:pPr>
            <a:r>
              <a:rPr lang="en-GB"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a:p>
            <a:pPr marL="228600" indent="-228600" algn="l">
              <a:lnSpc>
                <a:spcPct val="90000"/>
              </a:lnSpc>
              <a:spcBef>
                <a:spcPts val="1001"/>
              </a:spcBef>
              <a:buNone/>
            </a:pPr>
            <a:r>
              <a:rPr lang="en-GB"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p:txBody>
      </p:sp>
      <p:sp>
        <p:nvSpPr>
          <p:cNvPr id="350" name="PlaceHolder 3"/>
          <p:cNvSpPr>
            <a:spLocks noGrp="1"/>
          </p:cNvSpPr>
          <p:nvPr>
            <p:ph/>
          </p:nvPr>
        </p:nvSpPr>
        <p:spPr>
          <a:xfrm>
            <a:off x="6612480" y="409680"/>
            <a:ext cx="1385640" cy="1291320"/>
          </a:xfrm>
          <a:prstGeom prst="rect">
            <a:avLst/>
          </a:prstGeom>
          <a:noFill/>
          <a:ln w="19080">
            <a:noFill/>
          </a:ln>
        </p:spPr>
        <p:txBody>
          <a:bodyPr lIns="91440" tIns="45720" rIns="91440" bIns="45720" anchor="t">
            <a:normAutofit fontScale="25000" lnSpcReduction="19999"/>
          </a:bodyPr>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Here, centuries of discoveries have been example copy, </a:t>
            </a:r>
            <a:br>
              <a:rPr sz="1800"/>
            </a:br>
            <a:r>
              <a:rPr lang="en-GB" sz="1800" b="0" u="none" strike="noStrike">
                <a:solidFill>
                  <a:srgbClr val="000000"/>
                </a:solidFill>
                <a:effectLst/>
                <a:uFillTx/>
                <a:latin typeface="UCL Sans"/>
              </a:rPr>
              <a:t>UCL Sans Regular 18pt</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Here, eleven faculties study everything from the oldest language to the newest neuroscience. </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Where big plans and brave ideas have the scale and the support they need to succeed.</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Example copy</a:t>
            </a:r>
            <a:endParaRPr lang="en-GB" sz="1800" b="0" u="none" strike="noStrike">
              <a:solidFill>
                <a:srgbClr val="000000"/>
              </a:solidFill>
              <a:effectLst/>
              <a:uFillTx/>
              <a:latin typeface="Arial"/>
            </a:endParaRPr>
          </a:p>
          <a:p>
            <a:pPr marL="228600" indent="-228600" algn="l">
              <a:lnSpc>
                <a:spcPct val="90000"/>
              </a:lnSpc>
              <a:spcBef>
                <a:spcPts val="1001"/>
              </a:spcBef>
              <a:buClr>
                <a:srgbClr val="000000"/>
              </a:buClr>
              <a:buFont typeface="Wingdings"/>
              <a:buChar char="§"/>
            </a:pPr>
            <a:r>
              <a:rPr lang="en-GB" sz="1800" b="0" u="none" strike="noStrike">
                <a:solidFill>
                  <a:srgbClr val="000000"/>
                </a:solidFill>
                <a:effectLst/>
                <a:uFillTx/>
                <a:latin typeface="UCL Sans"/>
              </a:rPr>
              <a:t>Bullet text, UCL Sans Regular 18pt</a:t>
            </a:r>
            <a:endParaRPr lang="en-GB" sz="1800" b="0" u="none" strike="noStrike">
              <a:solidFill>
                <a:srgbClr val="000000"/>
              </a:solidFill>
              <a:effectLst/>
              <a:uFillTx/>
              <a:latin typeface="Arial"/>
            </a:endParaRPr>
          </a:p>
          <a:p>
            <a:pPr indent="0" algn="l">
              <a:lnSpc>
                <a:spcPct val="90000"/>
              </a:lnSpc>
              <a:spcBef>
                <a:spcPts val="1001"/>
              </a:spcBef>
              <a:buNone/>
            </a:pPr>
            <a:r>
              <a:rPr lang="en-GB"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a:p>
            <a:pPr marL="228600" indent="-228600" algn="l">
              <a:lnSpc>
                <a:spcPct val="90000"/>
              </a:lnSpc>
              <a:spcBef>
                <a:spcPts val="1001"/>
              </a:spcBef>
              <a:buNone/>
            </a:pPr>
            <a:r>
              <a:rPr lang="en-GB" sz="1800" b="0" u="none" strike="noStrike">
                <a:solidFill>
                  <a:srgbClr val="000000"/>
                </a:solidFill>
                <a:effectLst/>
                <a:uFillTx/>
                <a:latin typeface="UCL Sans"/>
              </a:rPr>
              <a:t> </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470</TotalTime>
  <Application>LibreOfficeDev/26.8.0.0.alpha0$MacOSX_AARCH64 LibreOffice_project/2c87e51eeaa2b413ff4ae097b2705eea1995d8e5</Application>
  <AppVersion>15.0000</AppVersion>
  <Words>2561</Words>
  <Paragraphs>242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2025-12-03T11:00:22Z</dcterms:created>
  <dc:creator>ucypevl-test</dc:creator>
  <dc:description/>
  <dc:language>en-GB</dc:language>
  <cp:lastModifiedBy>ucypevl-test</cp:lastModifiedBy>
  <dcterms:modified xsi:type="dcterms:W3CDTF">2026-01-29T16:21:52Z</dcterms:modified>
  <cp:revision>215</cp:revision>
  <dc:subject/>
  <dc:title/>
</cp:coreProperties>
</file>